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7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0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1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60" r:id="rId4"/>
  </p:sldMasterIdLst>
  <p:notesMasterIdLst>
    <p:notesMasterId r:id="rId36"/>
  </p:notesMasterIdLst>
  <p:sldIdLst>
    <p:sldId id="256" r:id="rId5"/>
    <p:sldId id="263" r:id="rId6"/>
    <p:sldId id="288" r:id="rId7"/>
    <p:sldId id="282" r:id="rId8"/>
    <p:sldId id="294" r:id="rId9"/>
    <p:sldId id="283" r:id="rId10"/>
    <p:sldId id="323" r:id="rId11"/>
    <p:sldId id="268" r:id="rId12"/>
    <p:sldId id="302" r:id="rId13"/>
    <p:sldId id="303" r:id="rId14"/>
    <p:sldId id="300" r:id="rId15"/>
    <p:sldId id="317" r:id="rId16"/>
    <p:sldId id="305" r:id="rId17"/>
    <p:sldId id="308" r:id="rId18"/>
    <p:sldId id="297" r:id="rId19"/>
    <p:sldId id="310" r:id="rId20"/>
    <p:sldId id="307" r:id="rId21"/>
    <p:sldId id="313" r:id="rId22"/>
    <p:sldId id="314" r:id="rId23"/>
    <p:sldId id="322" r:id="rId24"/>
    <p:sldId id="299" r:id="rId25"/>
    <p:sldId id="316" r:id="rId26"/>
    <p:sldId id="315" r:id="rId27"/>
    <p:sldId id="318" r:id="rId28"/>
    <p:sldId id="319" r:id="rId29"/>
    <p:sldId id="298" r:id="rId30"/>
    <p:sldId id="320" r:id="rId31"/>
    <p:sldId id="304" r:id="rId32"/>
    <p:sldId id="321" r:id="rId33"/>
    <p:sldId id="296" r:id="rId34"/>
    <p:sldId id="275" r:id="rId3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5" autoAdjust="0"/>
    <p:restoredTop sz="88741" autoAdjust="0"/>
  </p:normalViewPr>
  <p:slideViewPr>
    <p:cSldViewPr>
      <p:cViewPr varScale="1">
        <p:scale>
          <a:sx n="56" d="100"/>
          <a:sy n="56" d="100"/>
        </p:scale>
        <p:origin x="158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7C4D8DE-FDBB-4A85-972C-FFDD2691CF27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95F97D1-97CF-4C7F-887E-4A413CDEED70}">
      <dgm:prSet/>
      <dgm:spPr/>
      <dgm:t>
        <a:bodyPr/>
        <a:lstStyle/>
        <a:p>
          <a:r>
            <a:rPr lang="en-US" dirty="0"/>
            <a:t>Master Nodes:</a:t>
          </a:r>
        </a:p>
      </dgm:t>
    </dgm:pt>
    <dgm:pt modelId="{904409B9-4CAE-499C-937E-F69086CDE678}" type="parTrans" cxnId="{43AB582C-2441-402C-A874-AC05828F1984}">
      <dgm:prSet/>
      <dgm:spPr/>
      <dgm:t>
        <a:bodyPr/>
        <a:lstStyle/>
        <a:p>
          <a:endParaRPr lang="en-US"/>
        </a:p>
      </dgm:t>
    </dgm:pt>
    <dgm:pt modelId="{776C93FD-2BF3-4076-ABEC-E22A1D75CF4F}" type="sibTrans" cxnId="{43AB582C-2441-402C-A874-AC05828F1984}">
      <dgm:prSet/>
      <dgm:spPr/>
      <dgm:t>
        <a:bodyPr/>
        <a:lstStyle/>
        <a:p>
          <a:endParaRPr lang="en-US"/>
        </a:p>
      </dgm:t>
    </dgm:pt>
    <dgm:pt modelId="{1F83A440-1F7B-4DA2-98C1-4F007AC19D46}">
      <dgm:prSet/>
      <dgm:spPr/>
      <dgm:t>
        <a:bodyPr/>
        <a:lstStyle/>
        <a:p>
          <a:r>
            <a:rPr lang="en-US" dirty="0"/>
            <a:t>Master Node: HPCXCAT</a:t>
          </a:r>
        </a:p>
      </dgm:t>
    </dgm:pt>
    <dgm:pt modelId="{9E7CBAAC-B818-4F79-8811-8870464CD3F9}" type="parTrans" cxnId="{D428E90F-C26E-4ED6-B9E6-8295F4B0689E}">
      <dgm:prSet/>
      <dgm:spPr/>
      <dgm:t>
        <a:bodyPr/>
        <a:lstStyle/>
        <a:p>
          <a:endParaRPr lang="en-US"/>
        </a:p>
      </dgm:t>
    </dgm:pt>
    <dgm:pt modelId="{A9EA52C8-0DE7-4FCA-AEAB-3C2D19B0CD3D}" type="sibTrans" cxnId="{D428E90F-C26E-4ED6-B9E6-8295F4B0689E}">
      <dgm:prSet/>
      <dgm:spPr/>
      <dgm:t>
        <a:bodyPr/>
        <a:lstStyle/>
        <a:p>
          <a:endParaRPr lang="en-US"/>
        </a:p>
      </dgm:t>
    </dgm:pt>
    <dgm:pt modelId="{2FFE1B1C-100E-47D3-88BA-1CDDCC5BEC52}">
      <dgm:prSet/>
      <dgm:spPr/>
      <dgm:t>
        <a:bodyPr/>
        <a:lstStyle/>
        <a:p>
          <a:r>
            <a:rPr lang="en-US" dirty="0"/>
            <a:t>Used for: </a:t>
          </a:r>
        </a:p>
      </dgm:t>
    </dgm:pt>
    <dgm:pt modelId="{057D32F1-3D35-48A0-8310-3BBA17EC9C65}" type="parTrans" cxnId="{9E591800-B864-43DF-AD04-0D1D8111E39D}">
      <dgm:prSet/>
      <dgm:spPr/>
      <dgm:t>
        <a:bodyPr/>
        <a:lstStyle/>
        <a:p>
          <a:endParaRPr lang="en-US"/>
        </a:p>
      </dgm:t>
    </dgm:pt>
    <dgm:pt modelId="{AED717CD-4D69-4F26-A47B-11E26DEDD98E}" type="sibTrans" cxnId="{9E591800-B864-43DF-AD04-0D1D8111E39D}">
      <dgm:prSet/>
      <dgm:spPr/>
      <dgm:t>
        <a:bodyPr/>
        <a:lstStyle/>
        <a:p>
          <a:endParaRPr lang="en-US"/>
        </a:p>
      </dgm:t>
    </dgm:pt>
    <dgm:pt modelId="{4F8EAEF4-17A5-4399-8A9A-5478273C2362}">
      <dgm:prSet/>
      <dgm:spPr/>
      <dgm:t>
        <a:bodyPr/>
        <a:lstStyle/>
        <a:p>
          <a:r>
            <a:rPr lang="en-US" dirty="0" err="1"/>
            <a:t>Slurm</a:t>
          </a:r>
          <a:r>
            <a:rPr lang="en-US" dirty="0"/>
            <a:t> Workload Manager (Open-source Job Scheduling System)</a:t>
          </a:r>
        </a:p>
      </dgm:t>
    </dgm:pt>
    <dgm:pt modelId="{63AEE08F-E31C-47E5-AD38-43C5CBE34BFA}" type="parTrans" cxnId="{809FEEFD-798D-4ED8-92BC-492707601CC9}">
      <dgm:prSet/>
      <dgm:spPr/>
      <dgm:t>
        <a:bodyPr/>
        <a:lstStyle/>
        <a:p>
          <a:endParaRPr lang="en-US"/>
        </a:p>
      </dgm:t>
    </dgm:pt>
    <dgm:pt modelId="{4BA614F2-089F-4D5C-BA2B-3FF55F87EB36}" type="sibTrans" cxnId="{809FEEFD-798D-4ED8-92BC-492707601CC9}">
      <dgm:prSet/>
      <dgm:spPr/>
      <dgm:t>
        <a:bodyPr/>
        <a:lstStyle/>
        <a:p>
          <a:endParaRPr lang="en-US"/>
        </a:p>
      </dgm:t>
    </dgm:pt>
    <dgm:pt modelId="{81448ABE-2A2E-45CE-B433-C347EBC4778B}">
      <dgm:prSet/>
      <dgm:spPr/>
      <dgm:t>
        <a:bodyPr/>
        <a:lstStyle/>
        <a:p>
          <a:r>
            <a:rPr lang="en-US" dirty="0" err="1"/>
            <a:t>xCAT</a:t>
          </a:r>
          <a:r>
            <a:rPr lang="en-US" dirty="0"/>
            <a:t>  - </a:t>
          </a:r>
          <a:r>
            <a:rPr lang="en-US" b="1" i="0" dirty="0">
              <a:solidFill>
                <a:schemeClr val="tx1"/>
              </a:solidFill>
              <a:effectLst/>
              <a:latin typeface="+mn-lt"/>
            </a:rPr>
            <a:t>Extreme Cloud Administration Toolkit, </a:t>
          </a:r>
          <a:r>
            <a:rPr lang="en-US" b="0" i="0" dirty="0">
              <a:solidFill>
                <a:schemeClr val="tx1"/>
              </a:solidFill>
              <a:effectLst/>
              <a:latin typeface="+mn-lt"/>
            </a:rPr>
            <a:t>open-source distributed computing management software developed by IBM</a:t>
          </a:r>
          <a:endParaRPr lang="en-US" dirty="0"/>
        </a:p>
      </dgm:t>
    </dgm:pt>
    <dgm:pt modelId="{68540722-E5B5-447D-ACD1-9B5660BA56FD}" type="parTrans" cxnId="{7DF45D4F-E1AC-4035-8E10-6E1C72BFA736}">
      <dgm:prSet/>
      <dgm:spPr/>
      <dgm:t>
        <a:bodyPr/>
        <a:lstStyle/>
        <a:p>
          <a:endParaRPr lang="en-US"/>
        </a:p>
      </dgm:t>
    </dgm:pt>
    <dgm:pt modelId="{FE0EB666-97AD-448C-916E-FBB575C7759C}" type="sibTrans" cxnId="{7DF45D4F-E1AC-4035-8E10-6E1C72BFA736}">
      <dgm:prSet/>
      <dgm:spPr/>
      <dgm:t>
        <a:bodyPr/>
        <a:lstStyle/>
        <a:p>
          <a:endParaRPr lang="en-US"/>
        </a:p>
      </dgm:t>
    </dgm:pt>
    <dgm:pt modelId="{B8FB09A8-B659-43EF-93A1-AD457B449E49}">
      <dgm:prSet/>
      <dgm:spPr/>
      <dgm:t>
        <a:bodyPr/>
        <a:lstStyle/>
        <a:p>
          <a:r>
            <a:rPr lang="en-US" dirty="0"/>
            <a:t>Hardware:</a:t>
          </a:r>
        </a:p>
      </dgm:t>
    </dgm:pt>
    <dgm:pt modelId="{09BB456F-E95B-4A67-9651-40715918FCCF}" type="parTrans" cxnId="{2D913971-96FC-475C-8199-598BC99774F1}">
      <dgm:prSet/>
      <dgm:spPr/>
      <dgm:t>
        <a:bodyPr/>
        <a:lstStyle/>
        <a:p>
          <a:endParaRPr lang="en-US"/>
        </a:p>
      </dgm:t>
    </dgm:pt>
    <dgm:pt modelId="{CC7C7F38-F715-4AFC-8815-0447256871E4}" type="sibTrans" cxnId="{2D913971-96FC-475C-8199-598BC99774F1}">
      <dgm:prSet/>
      <dgm:spPr/>
      <dgm:t>
        <a:bodyPr/>
        <a:lstStyle/>
        <a:p>
          <a:endParaRPr lang="en-US"/>
        </a:p>
      </dgm:t>
    </dgm:pt>
    <dgm:pt modelId="{A3C2811F-7756-408D-ABC9-3ACA4CDD4B5D}">
      <dgm:prSet/>
      <dgm:spPr/>
      <dgm:t>
        <a:bodyPr/>
        <a:lstStyle/>
        <a:p>
          <a:r>
            <a:rPr lang="en-US"/>
            <a:t>2 nodes x Dell R630</a:t>
          </a:r>
        </a:p>
      </dgm:t>
    </dgm:pt>
    <dgm:pt modelId="{51B6119E-7837-4BC4-A857-A2826567002B}" type="parTrans" cxnId="{65F26074-C87C-429B-8191-B5ED18FB0682}">
      <dgm:prSet/>
      <dgm:spPr/>
      <dgm:t>
        <a:bodyPr/>
        <a:lstStyle/>
        <a:p>
          <a:endParaRPr lang="en-US"/>
        </a:p>
      </dgm:t>
    </dgm:pt>
    <dgm:pt modelId="{9958B4EA-CFAC-46B1-9BDF-7F63E8A6280A}" type="sibTrans" cxnId="{65F26074-C87C-429B-8191-B5ED18FB0682}">
      <dgm:prSet/>
      <dgm:spPr/>
      <dgm:t>
        <a:bodyPr/>
        <a:lstStyle/>
        <a:p>
          <a:endParaRPr lang="en-US"/>
        </a:p>
      </dgm:t>
    </dgm:pt>
    <dgm:pt modelId="{A6E0E350-41FE-4CE4-AAB5-93CED0D86F70}">
      <dgm:prSet/>
      <dgm:spPr/>
      <dgm:t>
        <a:bodyPr/>
        <a:lstStyle/>
        <a:p>
          <a:r>
            <a:rPr lang="en-US" dirty="0"/>
            <a:t>56CPU / 256 GB Memory</a:t>
          </a:r>
        </a:p>
      </dgm:t>
    </dgm:pt>
    <dgm:pt modelId="{5131173C-CEFE-4B27-BE72-BE5B17475549}" type="parTrans" cxnId="{F5AA2B90-3BA7-4045-8EF9-B8F514DED494}">
      <dgm:prSet/>
      <dgm:spPr/>
      <dgm:t>
        <a:bodyPr/>
        <a:lstStyle/>
        <a:p>
          <a:endParaRPr lang="en-US"/>
        </a:p>
      </dgm:t>
    </dgm:pt>
    <dgm:pt modelId="{36E4EA6B-9844-40BE-99C7-0C8A88DEC940}" type="sibTrans" cxnId="{F5AA2B90-3BA7-4045-8EF9-B8F514DED494}">
      <dgm:prSet/>
      <dgm:spPr/>
      <dgm:t>
        <a:bodyPr/>
        <a:lstStyle/>
        <a:p>
          <a:endParaRPr lang="en-US"/>
        </a:p>
      </dgm:t>
    </dgm:pt>
    <dgm:pt modelId="{F6F696BE-4BD4-487E-ACCC-69241D048D80}">
      <dgm:prSet/>
      <dgm:spPr/>
      <dgm:t>
        <a:bodyPr/>
        <a:lstStyle/>
        <a:p>
          <a:r>
            <a:rPr lang="en-US" dirty="0"/>
            <a:t>Current OS installed </a:t>
          </a:r>
        </a:p>
        <a:p>
          <a:r>
            <a:rPr lang="en-US" dirty="0"/>
            <a:t>same configuration on both nodes</a:t>
          </a:r>
        </a:p>
      </dgm:t>
    </dgm:pt>
    <dgm:pt modelId="{A0D99017-2F5B-42CE-B3DF-C699984B3617}" type="parTrans" cxnId="{0AA2E64B-C70D-4ACF-8623-972DE8D58306}">
      <dgm:prSet/>
      <dgm:spPr/>
      <dgm:t>
        <a:bodyPr/>
        <a:lstStyle/>
        <a:p>
          <a:endParaRPr lang="en-US"/>
        </a:p>
      </dgm:t>
    </dgm:pt>
    <dgm:pt modelId="{1CEDECD4-C801-4754-A06C-105B61C01FAE}" type="sibTrans" cxnId="{0AA2E64B-C70D-4ACF-8623-972DE8D58306}">
      <dgm:prSet/>
      <dgm:spPr/>
      <dgm:t>
        <a:bodyPr/>
        <a:lstStyle/>
        <a:p>
          <a:endParaRPr lang="en-US"/>
        </a:p>
      </dgm:t>
    </dgm:pt>
    <dgm:pt modelId="{CC5FBCC3-14BC-47ED-92DD-8BA0E6F97473}">
      <dgm:prSet/>
      <dgm:spPr/>
      <dgm:t>
        <a:bodyPr/>
        <a:lstStyle/>
        <a:p>
          <a:r>
            <a:rPr lang="en-US" dirty="0"/>
            <a:t>Currently running CentOS7.8 (64bit) across the cluster</a:t>
          </a:r>
        </a:p>
      </dgm:t>
    </dgm:pt>
    <dgm:pt modelId="{854F67B6-AE4A-48FF-A7B8-5B7FCA126021}" type="parTrans" cxnId="{2686FC69-7F0A-404F-B3A2-C66381FDF323}">
      <dgm:prSet/>
      <dgm:spPr/>
      <dgm:t>
        <a:bodyPr/>
        <a:lstStyle/>
        <a:p>
          <a:endParaRPr lang="en-US"/>
        </a:p>
      </dgm:t>
    </dgm:pt>
    <dgm:pt modelId="{17AB62CA-A197-4665-9E1C-E0328AA6D40A}" type="sibTrans" cxnId="{2686FC69-7F0A-404F-B3A2-C66381FDF323}">
      <dgm:prSet/>
      <dgm:spPr/>
      <dgm:t>
        <a:bodyPr/>
        <a:lstStyle/>
        <a:p>
          <a:endParaRPr lang="en-US"/>
        </a:p>
      </dgm:t>
    </dgm:pt>
    <dgm:pt modelId="{65355751-D7D9-4980-8E18-DF673523A9BD}">
      <dgm:prSet/>
      <dgm:spPr/>
      <dgm:t>
        <a:bodyPr/>
        <a:lstStyle/>
        <a:p>
          <a:r>
            <a:rPr lang="en-US" dirty="0"/>
            <a:t>One Local Partition: / (420 GB)</a:t>
          </a:r>
        </a:p>
      </dgm:t>
    </dgm:pt>
    <dgm:pt modelId="{7A2087E3-63DE-4E19-B384-EE8D95B96F7E}" type="parTrans" cxnId="{C3015486-4315-4122-ABD1-6B4EA6684035}">
      <dgm:prSet/>
      <dgm:spPr/>
      <dgm:t>
        <a:bodyPr/>
        <a:lstStyle/>
        <a:p>
          <a:endParaRPr lang="en-US"/>
        </a:p>
      </dgm:t>
    </dgm:pt>
    <dgm:pt modelId="{2E1C4CDB-72CF-4E3D-AD8C-F8E162D7185F}" type="sibTrans" cxnId="{C3015486-4315-4122-ABD1-6B4EA6684035}">
      <dgm:prSet/>
      <dgm:spPr/>
      <dgm:t>
        <a:bodyPr/>
        <a:lstStyle/>
        <a:p>
          <a:endParaRPr lang="en-US"/>
        </a:p>
      </dgm:t>
    </dgm:pt>
    <dgm:pt modelId="{057D3418-EE8C-4FEF-92C3-4E8DD4482B1E}">
      <dgm:prSet/>
      <dgm:spPr/>
      <dgm:t>
        <a:bodyPr/>
        <a:lstStyle/>
        <a:p>
          <a:r>
            <a:rPr lang="en-US" dirty="0"/>
            <a:t>Additional mounts come from the </a:t>
          </a:r>
          <a:r>
            <a:rPr lang="en-US" dirty="0" err="1"/>
            <a:t>Lustre</a:t>
          </a:r>
          <a:r>
            <a:rPr lang="en-US" dirty="0"/>
            <a:t> FS: /home &amp; /scratch</a:t>
          </a:r>
        </a:p>
      </dgm:t>
    </dgm:pt>
    <dgm:pt modelId="{DA74BA4B-27D0-4072-B383-A0F2621710D4}" type="parTrans" cxnId="{1708FC53-ADD6-4F4C-9718-1110FD550E89}">
      <dgm:prSet/>
      <dgm:spPr/>
      <dgm:t>
        <a:bodyPr/>
        <a:lstStyle/>
        <a:p>
          <a:endParaRPr lang="en-US"/>
        </a:p>
      </dgm:t>
    </dgm:pt>
    <dgm:pt modelId="{AE8A2E20-B5AD-42A6-9906-3B1A977A9AD7}" type="sibTrans" cxnId="{1708FC53-ADD6-4F4C-9718-1110FD550E89}">
      <dgm:prSet/>
      <dgm:spPr/>
      <dgm:t>
        <a:bodyPr/>
        <a:lstStyle/>
        <a:p>
          <a:endParaRPr lang="en-US"/>
        </a:p>
      </dgm:t>
    </dgm:pt>
    <dgm:pt modelId="{0D36E049-389F-426D-960B-E992B5713C1F}" type="pres">
      <dgm:prSet presAssocID="{27C4D8DE-FDBB-4A85-972C-FFDD2691CF27}" presName="Name0" presStyleCnt="0">
        <dgm:presLayoutVars>
          <dgm:dir/>
          <dgm:animLvl val="lvl"/>
          <dgm:resizeHandles val="exact"/>
        </dgm:presLayoutVars>
      </dgm:prSet>
      <dgm:spPr/>
    </dgm:pt>
    <dgm:pt modelId="{E243BEDC-BA0C-403A-8AFF-AD08002E2E09}" type="pres">
      <dgm:prSet presAssocID="{495F97D1-97CF-4C7F-887E-4A413CDEED70}" presName="linNode" presStyleCnt="0"/>
      <dgm:spPr/>
    </dgm:pt>
    <dgm:pt modelId="{61F7FC16-E161-4BD7-8547-9AD7A3615229}" type="pres">
      <dgm:prSet presAssocID="{495F97D1-97CF-4C7F-887E-4A413CDEED70}" presName="parentText" presStyleLbl="node1" presStyleIdx="0" presStyleCnt="4" custLinFactNeighborX="796">
        <dgm:presLayoutVars>
          <dgm:chMax val="1"/>
          <dgm:bulletEnabled val="1"/>
        </dgm:presLayoutVars>
      </dgm:prSet>
      <dgm:spPr/>
    </dgm:pt>
    <dgm:pt modelId="{5450DF9E-E76B-4CBA-AF5E-D3B0BF5AE06E}" type="pres">
      <dgm:prSet presAssocID="{495F97D1-97CF-4C7F-887E-4A413CDEED70}" presName="descendantText" presStyleLbl="alignAccFollowNode1" presStyleIdx="0" presStyleCnt="4" custLinFactNeighborX="1416">
        <dgm:presLayoutVars>
          <dgm:bulletEnabled val="1"/>
        </dgm:presLayoutVars>
      </dgm:prSet>
      <dgm:spPr/>
    </dgm:pt>
    <dgm:pt modelId="{A2841892-A77D-4B06-8F74-8A259E5BBB12}" type="pres">
      <dgm:prSet presAssocID="{776C93FD-2BF3-4076-ABEC-E22A1D75CF4F}" presName="sp" presStyleCnt="0"/>
      <dgm:spPr/>
    </dgm:pt>
    <dgm:pt modelId="{0E95E383-892B-45A9-8D9C-C6683D85B409}" type="pres">
      <dgm:prSet presAssocID="{2FFE1B1C-100E-47D3-88BA-1CDDCC5BEC52}" presName="linNode" presStyleCnt="0"/>
      <dgm:spPr/>
    </dgm:pt>
    <dgm:pt modelId="{FDC72016-C221-4258-BD66-E6AE8748780F}" type="pres">
      <dgm:prSet presAssocID="{2FFE1B1C-100E-47D3-88BA-1CDDCC5BEC52}" presName="parentText" presStyleLbl="node1" presStyleIdx="1" presStyleCnt="4" custLinFactNeighborX="796">
        <dgm:presLayoutVars>
          <dgm:chMax val="1"/>
          <dgm:bulletEnabled val="1"/>
        </dgm:presLayoutVars>
      </dgm:prSet>
      <dgm:spPr/>
    </dgm:pt>
    <dgm:pt modelId="{7CF1B421-46CD-4E66-BEDF-16A773CDC532}" type="pres">
      <dgm:prSet presAssocID="{2FFE1B1C-100E-47D3-88BA-1CDDCC5BEC52}" presName="descendantText" presStyleLbl="alignAccFollowNode1" presStyleIdx="1" presStyleCnt="4" custLinFactNeighborY="0">
        <dgm:presLayoutVars>
          <dgm:bulletEnabled val="1"/>
        </dgm:presLayoutVars>
      </dgm:prSet>
      <dgm:spPr/>
    </dgm:pt>
    <dgm:pt modelId="{5924C741-6BF3-459E-A312-20B09B313EA9}" type="pres">
      <dgm:prSet presAssocID="{AED717CD-4D69-4F26-A47B-11E26DEDD98E}" presName="sp" presStyleCnt="0"/>
      <dgm:spPr/>
    </dgm:pt>
    <dgm:pt modelId="{41D4F151-3CA9-491A-9AE0-D0550D23BE25}" type="pres">
      <dgm:prSet presAssocID="{B8FB09A8-B659-43EF-93A1-AD457B449E49}" presName="linNode" presStyleCnt="0"/>
      <dgm:spPr/>
    </dgm:pt>
    <dgm:pt modelId="{FC80CDE6-027D-47C6-BBF2-ED852AD2B59D}" type="pres">
      <dgm:prSet presAssocID="{B8FB09A8-B659-43EF-93A1-AD457B449E49}" presName="parentText" presStyleLbl="node1" presStyleIdx="2" presStyleCnt="4" custLinFactNeighborX="796">
        <dgm:presLayoutVars>
          <dgm:chMax val="1"/>
          <dgm:bulletEnabled val="1"/>
        </dgm:presLayoutVars>
      </dgm:prSet>
      <dgm:spPr/>
    </dgm:pt>
    <dgm:pt modelId="{137025DC-D6D2-40E5-91EC-24995067F051}" type="pres">
      <dgm:prSet presAssocID="{B8FB09A8-B659-43EF-93A1-AD457B449E49}" presName="descendantText" presStyleLbl="alignAccFollowNode1" presStyleIdx="2" presStyleCnt="4" custLinFactNeighborX="1416">
        <dgm:presLayoutVars>
          <dgm:bulletEnabled val="1"/>
        </dgm:presLayoutVars>
      </dgm:prSet>
      <dgm:spPr/>
    </dgm:pt>
    <dgm:pt modelId="{613FF00F-F0EE-402A-83B3-6EEC60DD767F}" type="pres">
      <dgm:prSet presAssocID="{CC7C7F38-F715-4AFC-8815-0447256871E4}" presName="sp" presStyleCnt="0"/>
      <dgm:spPr/>
    </dgm:pt>
    <dgm:pt modelId="{91081C6E-C2F7-4F4C-A9E0-9849611B392F}" type="pres">
      <dgm:prSet presAssocID="{F6F696BE-4BD4-487E-ACCC-69241D048D80}" presName="linNode" presStyleCnt="0"/>
      <dgm:spPr/>
    </dgm:pt>
    <dgm:pt modelId="{E7EB1981-91E8-4641-AEFE-E2CFEDBC290C}" type="pres">
      <dgm:prSet presAssocID="{F6F696BE-4BD4-487E-ACCC-69241D048D80}" presName="parentText" presStyleLbl="node1" presStyleIdx="3" presStyleCnt="4" custLinFactNeighborX="796">
        <dgm:presLayoutVars>
          <dgm:chMax val="1"/>
          <dgm:bulletEnabled val="1"/>
        </dgm:presLayoutVars>
      </dgm:prSet>
      <dgm:spPr/>
    </dgm:pt>
    <dgm:pt modelId="{D3E72ADE-0511-49BC-BD88-AE34AF7ED5A2}" type="pres">
      <dgm:prSet presAssocID="{F6F696BE-4BD4-487E-ACCC-69241D048D80}" presName="descendantText" presStyleLbl="alignAccFollowNode1" presStyleIdx="3" presStyleCnt="4" custScaleY="121054">
        <dgm:presLayoutVars>
          <dgm:bulletEnabled val="1"/>
        </dgm:presLayoutVars>
      </dgm:prSet>
      <dgm:spPr/>
    </dgm:pt>
  </dgm:ptLst>
  <dgm:cxnLst>
    <dgm:cxn modelId="{9E591800-B864-43DF-AD04-0D1D8111E39D}" srcId="{27C4D8DE-FDBB-4A85-972C-FFDD2691CF27}" destId="{2FFE1B1C-100E-47D3-88BA-1CDDCC5BEC52}" srcOrd="1" destOrd="0" parTransId="{057D32F1-3D35-48A0-8310-3BBA17EC9C65}" sibTransId="{AED717CD-4D69-4F26-A47B-11E26DEDD98E}"/>
    <dgm:cxn modelId="{6758DD01-54C5-4DB1-82AC-8BB910B0FACB}" type="presOf" srcId="{4F8EAEF4-17A5-4399-8A9A-5478273C2362}" destId="{7CF1B421-46CD-4E66-BEDF-16A773CDC532}" srcOrd="0" destOrd="0" presId="urn:microsoft.com/office/officeart/2005/8/layout/vList5"/>
    <dgm:cxn modelId="{4D7B0203-C909-4065-A747-B4CD946CEBF8}" type="presOf" srcId="{495F97D1-97CF-4C7F-887E-4A413CDEED70}" destId="{61F7FC16-E161-4BD7-8547-9AD7A3615229}" srcOrd="0" destOrd="0" presId="urn:microsoft.com/office/officeart/2005/8/layout/vList5"/>
    <dgm:cxn modelId="{D428E90F-C26E-4ED6-B9E6-8295F4B0689E}" srcId="{495F97D1-97CF-4C7F-887E-4A413CDEED70}" destId="{1F83A440-1F7B-4DA2-98C1-4F007AC19D46}" srcOrd="0" destOrd="0" parTransId="{9E7CBAAC-B818-4F79-8811-8870464CD3F9}" sibTransId="{A9EA52C8-0DE7-4FCA-AEAB-3C2D19B0CD3D}"/>
    <dgm:cxn modelId="{6B9F1611-0793-498D-969A-61C5344BA43E}" type="presOf" srcId="{B8FB09A8-B659-43EF-93A1-AD457B449E49}" destId="{FC80CDE6-027D-47C6-BBF2-ED852AD2B59D}" srcOrd="0" destOrd="0" presId="urn:microsoft.com/office/officeart/2005/8/layout/vList5"/>
    <dgm:cxn modelId="{5D26DA11-4F45-4D7F-BE9B-F922F9B800A7}" type="presOf" srcId="{81448ABE-2A2E-45CE-B433-C347EBC4778B}" destId="{7CF1B421-46CD-4E66-BEDF-16A773CDC532}" srcOrd="0" destOrd="1" presId="urn:microsoft.com/office/officeart/2005/8/layout/vList5"/>
    <dgm:cxn modelId="{BB915620-3065-4179-9F0A-5119F8F6E090}" type="presOf" srcId="{A6E0E350-41FE-4CE4-AAB5-93CED0D86F70}" destId="{137025DC-D6D2-40E5-91EC-24995067F051}" srcOrd="0" destOrd="1" presId="urn:microsoft.com/office/officeart/2005/8/layout/vList5"/>
    <dgm:cxn modelId="{43AB582C-2441-402C-A874-AC05828F1984}" srcId="{27C4D8DE-FDBB-4A85-972C-FFDD2691CF27}" destId="{495F97D1-97CF-4C7F-887E-4A413CDEED70}" srcOrd="0" destOrd="0" parTransId="{904409B9-4CAE-499C-937E-F69086CDE678}" sibTransId="{776C93FD-2BF3-4076-ABEC-E22A1D75CF4F}"/>
    <dgm:cxn modelId="{32961E47-5B94-4D67-BFF5-0A6D4A99F926}" type="presOf" srcId="{057D3418-EE8C-4FEF-92C3-4E8DD4482B1E}" destId="{D3E72ADE-0511-49BC-BD88-AE34AF7ED5A2}" srcOrd="0" destOrd="2" presId="urn:microsoft.com/office/officeart/2005/8/layout/vList5"/>
    <dgm:cxn modelId="{B57B3468-4408-4A4C-B020-34BEB73E3ECE}" type="presOf" srcId="{CC5FBCC3-14BC-47ED-92DD-8BA0E6F97473}" destId="{D3E72ADE-0511-49BC-BD88-AE34AF7ED5A2}" srcOrd="0" destOrd="0" presId="urn:microsoft.com/office/officeart/2005/8/layout/vList5"/>
    <dgm:cxn modelId="{2686FC69-7F0A-404F-B3A2-C66381FDF323}" srcId="{F6F696BE-4BD4-487E-ACCC-69241D048D80}" destId="{CC5FBCC3-14BC-47ED-92DD-8BA0E6F97473}" srcOrd="0" destOrd="0" parTransId="{854F67B6-AE4A-48FF-A7B8-5B7FCA126021}" sibTransId="{17AB62CA-A197-4665-9E1C-E0328AA6D40A}"/>
    <dgm:cxn modelId="{0AA2E64B-C70D-4ACF-8623-972DE8D58306}" srcId="{27C4D8DE-FDBB-4A85-972C-FFDD2691CF27}" destId="{F6F696BE-4BD4-487E-ACCC-69241D048D80}" srcOrd="3" destOrd="0" parTransId="{A0D99017-2F5B-42CE-B3DF-C699984B3617}" sibTransId="{1CEDECD4-C801-4754-A06C-105B61C01FAE}"/>
    <dgm:cxn modelId="{8FAB426D-D741-4FC3-9477-ACEF93A5DACF}" type="presOf" srcId="{65355751-D7D9-4980-8E18-DF673523A9BD}" destId="{D3E72ADE-0511-49BC-BD88-AE34AF7ED5A2}" srcOrd="0" destOrd="1" presId="urn:microsoft.com/office/officeart/2005/8/layout/vList5"/>
    <dgm:cxn modelId="{7DF45D4F-E1AC-4035-8E10-6E1C72BFA736}" srcId="{2FFE1B1C-100E-47D3-88BA-1CDDCC5BEC52}" destId="{81448ABE-2A2E-45CE-B433-C347EBC4778B}" srcOrd="1" destOrd="0" parTransId="{68540722-E5B5-447D-ACD1-9B5660BA56FD}" sibTransId="{FE0EB666-97AD-448C-916E-FBB575C7759C}"/>
    <dgm:cxn modelId="{2D913971-96FC-475C-8199-598BC99774F1}" srcId="{27C4D8DE-FDBB-4A85-972C-FFDD2691CF27}" destId="{B8FB09A8-B659-43EF-93A1-AD457B449E49}" srcOrd="2" destOrd="0" parTransId="{09BB456F-E95B-4A67-9651-40715918FCCF}" sibTransId="{CC7C7F38-F715-4AFC-8815-0447256871E4}"/>
    <dgm:cxn modelId="{1708FC53-ADD6-4F4C-9718-1110FD550E89}" srcId="{F6F696BE-4BD4-487E-ACCC-69241D048D80}" destId="{057D3418-EE8C-4FEF-92C3-4E8DD4482B1E}" srcOrd="2" destOrd="0" parTransId="{DA74BA4B-27D0-4072-B383-A0F2621710D4}" sibTransId="{AE8A2E20-B5AD-42A6-9906-3B1A977A9AD7}"/>
    <dgm:cxn modelId="{65F26074-C87C-429B-8191-B5ED18FB0682}" srcId="{B8FB09A8-B659-43EF-93A1-AD457B449E49}" destId="{A3C2811F-7756-408D-ABC9-3ACA4CDD4B5D}" srcOrd="0" destOrd="0" parTransId="{51B6119E-7837-4BC4-A857-A2826567002B}" sibTransId="{9958B4EA-CFAC-46B1-9BDF-7F63E8A6280A}"/>
    <dgm:cxn modelId="{E3FB2E7B-1FED-4694-AF32-2789D8D15C3C}" type="presOf" srcId="{F6F696BE-4BD4-487E-ACCC-69241D048D80}" destId="{E7EB1981-91E8-4641-AEFE-E2CFEDBC290C}" srcOrd="0" destOrd="0" presId="urn:microsoft.com/office/officeart/2005/8/layout/vList5"/>
    <dgm:cxn modelId="{C3015486-4315-4122-ABD1-6B4EA6684035}" srcId="{F6F696BE-4BD4-487E-ACCC-69241D048D80}" destId="{65355751-D7D9-4980-8E18-DF673523A9BD}" srcOrd="1" destOrd="0" parTransId="{7A2087E3-63DE-4E19-B384-EE8D95B96F7E}" sibTransId="{2E1C4CDB-72CF-4E3D-AD8C-F8E162D7185F}"/>
    <dgm:cxn modelId="{F5AA2B90-3BA7-4045-8EF9-B8F514DED494}" srcId="{B8FB09A8-B659-43EF-93A1-AD457B449E49}" destId="{A6E0E350-41FE-4CE4-AAB5-93CED0D86F70}" srcOrd="1" destOrd="0" parTransId="{5131173C-CEFE-4B27-BE72-BE5B17475549}" sibTransId="{36E4EA6B-9844-40BE-99C7-0C8A88DEC940}"/>
    <dgm:cxn modelId="{1072ACA1-6D55-4FE1-97A6-AC7E9EBE684D}" type="presOf" srcId="{2FFE1B1C-100E-47D3-88BA-1CDDCC5BEC52}" destId="{FDC72016-C221-4258-BD66-E6AE8748780F}" srcOrd="0" destOrd="0" presId="urn:microsoft.com/office/officeart/2005/8/layout/vList5"/>
    <dgm:cxn modelId="{0C52DFBA-F1CF-4207-AFF7-534B9F4F126E}" type="presOf" srcId="{A3C2811F-7756-408D-ABC9-3ACA4CDD4B5D}" destId="{137025DC-D6D2-40E5-91EC-24995067F051}" srcOrd="0" destOrd="0" presId="urn:microsoft.com/office/officeart/2005/8/layout/vList5"/>
    <dgm:cxn modelId="{54BAF6DA-10F7-403D-AF4A-1893245326DC}" type="presOf" srcId="{1F83A440-1F7B-4DA2-98C1-4F007AC19D46}" destId="{5450DF9E-E76B-4CBA-AF5E-D3B0BF5AE06E}" srcOrd="0" destOrd="0" presId="urn:microsoft.com/office/officeart/2005/8/layout/vList5"/>
    <dgm:cxn modelId="{B2D1C9F7-2C6F-4F2C-A507-C68DAE7EE294}" type="presOf" srcId="{27C4D8DE-FDBB-4A85-972C-FFDD2691CF27}" destId="{0D36E049-389F-426D-960B-E992B5713C1F}" srcOrd="0" destOrd="0" presId="urn:microsoft.com/office/officeart/2005/8/layout/vList5"/>
    <dgm:cxn modelId="{809FEEFD-798D-4ED8-92BC-492707601CC9}" srcId="{2FFE1B1C-100E-47D3-88BA-1CDDCC5BEC52}" destId="{4F8EAEF4-17A5-4399-8A9A-5478273C2362}" srcOrd="0" destOrd="0" parTransId="{63AEE08F-E31C-47E5-AD38-43C5CBE34BFA}" sibTransId="{4BA614F2-089F-4D5C-BA2B-3FF55F87EB36}"/>
    <dgm:cxn modelId="{394FEBCA-4ECC-43F3-93E8-96218CF45A66}" type="presParOf" srcId="{0D36E049-389F-426D-960B-E992B5713C1F}" destId="{E243BEDC-BA0C-403A-8AFF-AD08002E2E09}" srcOrd="0" destOrd="0" presId="urn:microsoft.com/office/officeart/2005/8/layout/vList5"/>
    <dgm:cxn modelId="{F89066F1-BC7B-4964-8DA6-AC1D5DB96771}" type="presParOf" srcId="{E243BEDC-BA0C-403A-8AFF-AD08002E2E09}" destId="{61F7FC16-E161-4BD7-8547-9AD7A3615229}" srcOrd="0" destOrd="0" presId="urn:microsoft.com/office/officeart/2005/8/layout/vList5"/>
    <dgm:cxn modelId="{66C3A6C2-F79D-4624-9DFA-0CE578BF14F6}" type="presParOf" srcId="{E243BEDC-BA0C-403A-8AFF-AD08002E2E09}" destId="{5450DF9E-E76B-4CBA-AF5E-D3B0BF5AE06E}" srcOrd="1" destOrd="0" presId="urn:microsoft.com/office/officeart/2005/8/layout/vList5"/>
    <dgm:cxn modelId="{7D9AF818-2030-4503-8CD1-DA30563A0A17}" type="presParOf" srcId="{0D36E049-389F-426D-960B-E992B5713C1F}" destId="{A2841892-A77D-4B06-8F74-8A259E5BBB12}" srcOrd="1" destOrd="0" presId="urn:microsoft.com/office/officeart/2005/8/layout/vList5"/>
    <dgm:cxn modelId="{CF9C0A47-BB52-48DF-815F-66E0D2BE0E86}" type="presParOf" srcId="{0D36E049-389F-426D-960B-E992B5713C1F}" destId="{0E95E383-892B-45A9-8D9C-C6683D85B409}" srcOrd="2" destOrd="0" presId="urn:microsoft.com/office/officeart/2005/8/layout/vList5"/>
    <dgm:cxn modelId="{E5FEC3BE-0A1A-4317-AFB7-9CBC84348F60}" type="presParOf" srcId="{0E95E383-892B-45A9-8D9C-C6683D85B409}" destId="{FDC72016-C221-4258-BD66-E6AE8748780F}" srcOrd="0" destOrd="0" presId="urn:microsoft.com/office/officeart/2005/8/layout/vList5"/>
    <dgm:cxn modelId="{9C345B5D-BBAF-4FFD-A9E7-5E59679E22A8}" type="presParOf" srcId="{0E95E383-892B-45A9-8D9C-C6683D85B409}" destId="{7CF1B421-46CD-4E66-BEDF-16A773CDC532}" srcOrd="1" destOrd="0" presId="urn:microsoft.com/office/officeart/2005/8/layout/vList5"/>
    <dgm:cxn modelId="{8FFBC4D0-9C1E-4213-B641-A315C01A4535}" type="presParOf" srcId="{0D36E049-389F-426D-960B-E992B5713C1F}" destId="{5924C741-6BF3-459E-A312-20B09B313EA9}" srcOrd="3" destOrd="0" presId="urn:microsoft.com/office/officeart/2005/8/layout/vList5"/>
    <dgm:cxn modelId="{608DA78B-B39E-4A47-A311-CC106B1A6E23}" type="presParOf" srcId="{0D36E049-389F-426D-960B-E992B5713C1F}" destId="{41D4F151-3CA9-491A-9AE0-D0550D23BE25}" srcOrd="4" destOrd="0" presId="urn:microsoft.com/office/officeart/2005/8/layout/vList5"/>
    <dgm:cxn modelId="{6FBB3BB8-F2F9-4B35-847A-5213776D9801}" type="presParOf" srcId="{41D4F151-3CA9-491A-9AE0-D0550D23BE25}" destId="{FC80CDE6-027D-47C6-BBF2-ED852AD2B59D}" srcOrd="0" destOrd="0" presId="urn:microsoft.com/office/officeart/2005/8/layout/vList5"/>
    <dgm:cxn modelId="{32A440B4-1DC0-47A5-9792-1268E18404A6}" type="presParOf" srcId="{41D4F151-3CA9-491A-9AE0-D0550D23BE25}" destId="{137025DC-D6D2-40E5-91EC-24995067F051}" srcOrd="1" destOrd="0" presId="urn:microsoft.com/office/officeart/2005/8/layout/vList5"/>
    <dgm:cxn modelId="{EF1DE5B5-C483-45D2-938A-70915DD746EF}" type="presParOf" srcId="{0D36E049-389F-426D-960B-E992B5713C1F}" destId="{613FF00F-F0EE-402A-83B3-6EEC60DD767F}" srcOrd="5" destOrd="0" presId="urn:microsoft.com/office/officeart/2005/8/layout/vList5"/>
    <dgm:cxn modelId="{BD875997-B52E-41DB-BDEC-550BD790B695}" type="presParOf" srcId="{0D36E049-389F-426D-960B-E992B5713C1F}" destId="{91081C6E-C2F7-4F4C-A9E0-9849611B392F}" srcOrd="6" destOrd="0" presId="urn:microsoft.com/office/officeart/2005/8/layout/vList5"/>
    <dgm:cxn modelId="{F791D187-58AC-4E7D-A590-09C9C9458747}" type="presParOf" srcId="{91081C6E-C2F7-4F4C-A9E0-9849611B392F}" destId="{E7EB1981-91E8-4641-AEFE-E2CFEDBC290C}" srcOrd="0" destOrd="0" presId="urn:microsoft.com/office/officeart/2005/8/layout/vList5"/>
    <dgm:cxn modelId="{179B4E16-153E-4A22-B874-0E2F07AACACE}" type="presParOf" srcId="{91081C6E-C2F7-4F4C-A9E0-9849611B392F}" destId="{D3E72ADE-0511-49BC-BD88-AE34AF7ED5A2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7C4D8DE-FDBB-4A85-972C-FFDD2691CF27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95F97D1-97CF-4C7F-887E-4A413CDEED7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700" u="none" dirty="0">
              <a:solidFill>
                <a:schemeClr val="bg1"/>
              </a:solidFill>
            </a:rPr>
            <a:t>Role of </a:t>
          </a:r>
          <a:r>
            <a:rPr lang="en-US" sz="1700" u="none" dirty="0" err="1">
              <a:solidFill>
                <a:schemeClr val="bg1"/>
              </a:solidFill>
            </a:rPr>
            <a:t>xCAT</a:t>
          </a:r>
          <a:r>
            <a:rPr lang="en-US" sz="1700" u="none" dirty="0">
              <a:solidFill>
                <a:schemeClr val="bg1"/>
              </a:solidFill>
            </a:rPr>
            <a:t> -</a:t>
          </a:r>
        </a:p>
        <a:p>
          <a:pPr>
            <a:lnSpc>
              <a:spcPct val="100000"/>
            </a:lnSpc>
          </a:pPr>
          <a:r>
            <a:rPr lang="en-US" sz="1700" dirty="0">
              <a:solidFill>
                <a:schemeClr val="bg1"/>
              </a:solidFill>
            </a:rPr>
            <a:t>Remotely Manage Systems:</a:t>
          </a:r>
        </a:p>
      </dgm:t>
    </dgm:pt>
    <dgm:pt modelId="{904409B9-4CAE-499C-937E-F69086CDE678}" type="parTrans" cxnId="{43AB582C-2441-402C-A874-AC05828F1984}">
      <dgm:prSet/>
      <dgm:spPr/>
      <dgm:t>
        <a:bodyPr/>
        <a:lstStyle/>
        <a:p>
          <a:endParaRPr lang="en-US"/>
        </a:p>
      </dgm:t>
    </dgm:pt>
    <dgm:pt modelId="{776C93FD-2BF3-4076-ABEC-E22A1D75CF4F}" type="sibTrans" cxnId="{43AB582C-2441-402C-A874-AC05828F1984}">
      <dgm:prSet/>
      <dgm:spPr/>
      <dgm:t>
        <a:bodyPr/>
        <a:lstStyle/>
        <a:p>
          <a:endParaRPr lang="en-US"/>
        </a:p>
      </dgm:t>
    </dgm:pt>
    <dgm:pt modelId="{964FD7D4-4E15-49E9-AE2F-DD88013884BC}">
      <dgm:prSet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sz="1400" dirty="0">
              <a:solidFill>
                <a:schemeClr val="accent1">
                  <a:lumMod val="75000"/>
                </a:schemeClr>
              </a:solidFill>
            </a:rPr>
            <a:t>Remotely manage systems via ILO/DRAC</a:t>
          </a:r>
        </a:p>
      </dgm:t>
    </dgm:pt>
    <dgm:pt modelId="{1E2D93FA-D951-4F98-953D-B003CB7BFAE2}" type="parTrans" cxnId="{1B25215C-622F-4A1E-98C8-4A0CDF6995FB}">
      <dgm:prSet/>
      <dgm:spPr/>
      <dgm:t>
        <a:bodyPr/>
        <a:lstStyle/>
        <a:p>
          <a:endParaRPr lang="en-US"/>
        </a:p>
      </dgm:t>
    </dgm:pt>
    <dgm:pt modelId="{E761CFFC-9A22-4433-900E-6F40DF17B50D}" type="sibTrans" cxnId="{1B25215C-622F-4A1E-98C8-4A0CDF6995FB}">
      <dgm:prSet/>
      <dgm:spPr/>
      <dgm:t>
        <a:bodyPr/>
        <a:lstStyle/>
        <a:p>
          <a:endParaRPr lang="en-US"/>
        </a:p>
      </dgm:t>
    </dgm:pt>
    <dgm:pt modelId="{244B9764-F806-4741-9A34-6A9C45F8EE02}">
      <dgm:prSet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sz="1400" dirty="0">
              <a:solidFill>
                <a:schemeClr val="accent1">
                  <a:lumMod val="75000"/>
                </a:schemeClr>
              </a:solidFill>
            </a:rPr>
            <a:t>OS provisioning: login/compute nodes (CentOS 7 x64bit) in parallel (diskful, diskless) via PXE boot</a:t>
          </a:r>
        </a:p>
      </dgm:t>
    </dgm:pt>
    <dgm:pt modelId="{CAE4CAEF-30B4-4506-ACEC-3D5EA4C1D676}" type="parTrans" cxnId="{9E6B1F54-4447-4E66-ABCC-E585A0519A95}">
      <dgm:prSet/>
      <dgm:spPr/>
      <dgm:t>
        <a:bodyPr/>
        <a:lstStyle/>
        <a:p>
          <a:endParaRPr lang="en-US"/>
        </a:p>
      </dgm:t>
    </dgm:pt>
    <dgm:pt modelId="{E233A6E1-24A1-49AB-9A3C-51F3E18D86BB}" type="sibTrans" cxnId="{9E6B1F54-4447-4E66-ABCC-E585A0519A95}">
      <dgm:prSet/>
      <dgm:spPr/>
      <dgm:t>
        <a:bodyPr/>
        <a:lstStyle/>
        <a:p>
          <a:endParaRPr lang="en-US"/>
        </a:p>
      </dgm:t>
    </dgm:pt>
    <dgm:pt modelId="{35F9B370-B35F-480D-889D-8AAA2205F25A}">
      <dgm:prSet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sz="1400" dirty="0">
              <a:solidFill>
                <a:schemeClr val="accent1">
                  <a:lumMod val="75000"/>
                </a:schemeClr>
              </a:solidFill>
            </a:rPr>
            <a:t>Control and maintain servers’ RPMs, configuration files in parallel via postscripts, initiate remote commands</a:t>
          </a:r>
        </a:p>
      </dgm:t>
    </dgm:pt>
    <dgm:pt modelId="{32CD965F-6BF1-49B7-9800-6AA38FAD25D2}" type="parTrans" cxnId="{1709E061-0A37-4173-8B95-817B4BDABAF7}">
      <dgm:prSet/>
      <dgm:spPr/>
      <dgm:t>
        <a:bodyPr/>
        <a:lstStyle/>
        <a:p>
          <a:endParaRPr lang="en-US"/>
        </a:p>
      </dgm:t>
    </dgm:pt>
    <dgm:pt modelId="{664B102C-3D44-4A07-9013-A226DFB2B389}" type="sibTrans" cxnId="{1709E061-0A37-4173-8B95-817B4BDABAF7}">
      <dgm:prSet/>
      <dgm:spPr/>
      <dgm:t>
        <a:bodyPr/>
        <a:lstStyle/>
        <a:p>
          <a:endParaRPr lang="en-US"/>
        </a:p>
      </dgm:t>
    </dgm:pt>
    <dgm:pt modelId="{E07604EC-229E-4FBE-9F59-C1EE46CD116D}">
      <dgm:prSet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sz="1400" dirty="0">
              <a:solidFill>
                <a:schemeClr val="accent1">
                  <a:lumMod val="75000"/>
                </a:schemeClr>
              </a:solidFill>
            </a:rPr>
            <a:t>Uses additional services for provisioning OS:</a:t>
          </a:r>
        </a:p>
      </dgm:t>
    </dgm:pt>
    <dgm:pt modelId="{E6547E7D-B5AD-4C07-B70C-B07D56CAA570}" type="parTrans" cxnId="{096AB7C5-44FC-4521-918D-24B4A87A3E17}">
      <dgm:prSet/>
      <dgm:spPr/>
      <dgm:t>
        <a:bodyPr/>
        <a:lstStyle/>
        <a:p>
          <a:endParaRPr lang="en-US"/>
        </a:p>
      </dgm:t>
    </dgm:pt>
    <dgm:pt modelId="{BE8B2EC0-3CD4-4E38-B791-8300A5DBEB55}" type="sibTrans" cxnId="{096AB7C5-44FC-4521-918D-24B4A87A3E17}">
      <dgm:prSet/>
      <dgm:spPr/>
      <dgm:t>
        <a:bodyPr/>
        <a:lstStyle/>
        <a:p>
          <a:endParaRPr lang="en-US"/>
        </a:p>
      </dgm:t>
    </dgm:pt>
    <dgm:pt modelId="{BB75ECBB-A3D1-496C-9378-FA02F8A2693B}">
      <dgm:prSet custT="1"/>
      <dgm:spPr/>
      <dgm:t>
        <a:bodyPr/>
        <a:lstStyle/>
        <a:p>
          <a:pPr algn="l">
            <a:buNone/>
          </a:pPr>
          <a:r>
            <a:rPr lang="en-US" sz="1400" dirty="0"/>
            <a:t>-TFTP (load OS via PXE boot)</a:t>
          </a:r>
          <a:endParaRPr lang="en-US" sz="1400" dirty="0">
            <a:solidFill>
              <a:schemeClr val="accent1">
                <a:lumMod val="75000"/>
              </a:schemeClr>
            </a:solidFill>
          </a:endParaRPr>
        </a:p>
      </dgm:t>
    </dgm:pt>
    <dgm:pt modelId="{642B3B36-2BD8-4A14-A027-9AD25C797DC0}" type="parTrans" cxnId="{5776DE85-D33A-4AC5-8DA6-48ABC277FE16}">
      <dgm:prSet/>
      <dgm:spPr/>
      <dgm:t>
        <a:bodyPr/>
        <a:lstStyle/>
        <a:p>
          <a:endParaRPr lang="en-US"/>
        </a:p>
      </dgm:t>
    </dgm:pt>
    <dgm:pt modelId="{B03E55CF-894F-4688-878C-A777D90B1457}" type="sibTrans" cxnId="{5776DE85-D33A-4AC5-8DA6-48ABC277FE16}">
      <dgm:prSet/>
      <dgm:spPr/>
      <dgm:t>
        <a:bodyPr/>
        <a:lstStyle/>
        <a:p>
          <a:endParaRPr lang="en-US"/>
        </a:p>
      </dgm:t>
    </dgm:pt>
    <dgm:pt modelId="{65795A54-260A-4687-B302-1E8EB3D3EF20}">
      <dgm:prSet custT="1"/>
      <dgm:spPr/>
      <dgm:t>
        <a:bodyPr/>
        <a:lstStyle/>
        <a:p>
          <a:pPr algn="l">
            <a:buNone/>
          </a:pPr>
          <a:r>
            <a:rPr lang="en-US" sz="1400" dirty="0"/>
            <a:t>-DNS (name resolution in the roary.net domain)</a:t>
          </a:r>
          <a:endParaRPr lang="en-US" sz="1400" dirty="0">
            <a:solidFill>
              <a:schemeClr val="accent1">
                <a:lumMod val="75000"/>
              </a:schemeClr>
            </a:solidFill>
          </a:endParaRPr>
        </a:p>
      </dgm:t>
    </dgm:pt>
    <dgm:pt modelId="{8AC89F83-4362-4127-8DDB-FC79B5631F38}" type="parTrans" cxnId="{B7BB3095-0279-452E-8D60-07EC44FF726E}">
      <dgm:prSet/>
      <dgm:spPr/>
      <dgm:t>
        <a:bodyPr/>
        <a:lstStyle/>
        <a:p>
          <a:endParaRPr lang="en-US"/>
        </a:p>
      </dgm:t>
    </dgm:pt>
    <dgm:pt modelId="{1A623FE0-2B38-4DE3-BEBE-B53DE7FC6F3C}" type="sibTrans" cxnId="{B7BB3095-0279-452E-8D60-07EC44FF726E}">
      <dgm:prSet/>
      <dgm:spPr/>
      <dgm:t>
        <a:bodyPr/>
        <a:lstStyle/>
        <a:p>
          <a:endParaRPr lang="en-US"/>
        </a:p>
      </dgm:t>
    </dgm:pt>
    <dgm:pt modelId="{AC6CF52F-10F6-4952-A91C-31E99456DB8D}">
      <dgm:prSet custT="1"/>
      <dgm:spPr/>
      <dgm:t>
        <a:bodyPr/>
        <a:lstStyle/>
        <a:p>
          <a:pPr algn="l">
            <a:buNone/>
          </a:pPr>
          <a:r>
            <a:rPr lang="en-US" sz="1400" dirty="0"/>
            <a:t>-DHCP (IP assignment with MAC)</a:t>
          </a:r>
          <a:endParaRPr lang="en-US" sz="1400" dirty="0">
            <a:solidFill>
              <a:schemeClr val="accent1">
                <a:lumMod val="75000"/>
              </a:schemeClr>
            </a:solidFill>
          </a:endParaRPr>
        </a:p>
      </dgm:t>
    </dgm:pt>
    <dgm:pt modelId="{293141D2-3365-4F09-ACC5-AFDF05996370}" type="parTrans" cxnId="{08B7C0D5-60BD-472E-8475-00FF265D8139}">
      <dgm:prSet/>
      <dgm:spPr/>
      <dgm:t>
        <a:bodyPr/>
        <a:lstStyle/>
        <a:p>
          <a:endParaRPr lang="en-US"/>
        </a:p>
      </dgm:t>
    </dgm:pt>
    <dgm:pt modelId="{C3375691-6293-4552-AE63-358E88A881F2}" type="sibTrans" cxnId="{08B7C0D5-60BD-472E-8475-00FF265D8139}">
      <dgm:prSet/>
      <dgm:spPr/>
      <dgm:t>
        <a:bodyPr/>
        <a:lstStyle/>
        <a:p>
          <a:endParaRPr lang="en-US"/>
        </a:p>
      </dgm:t>
    </dgm:pt>
    <dgm:pt modelId="{76CC5043-8BA6-4911-A9A9-045FE6E02CF3}">
      <dgm:prSet custT="1"/>
      <dgm:spPr/>
      <dgm:t>
        <a:bodyPr/>
        <a:lstStyle/>
        <a:p>
          <a:pPr algn="l">
            <a:buNone/>
          </a:pPr>
          <a:r>
            <a:rPr lang="en-US" sz="1400" dirty="0">
              <a:solidFill>
                <a:schemeClr val="tx1"/>
              </a:solidFill>
            </a:rPr>
            <a:t>-Maintain /</a:t>
          </a:r>
          <a:r>
            <a:rPr lang="en-US" sz="1400" dirty="0" err="1">
              <a:solidFill>
                <a:schemeClr val="tx1"/>
              </a:solidFill>
            </a:rPr>
            <a:t>etc</a:t>
          </a:r>
          <a:r>
            <a:rPr lang="en-US" sz="1400" dirty="0">
              <a:solidFill>
                <a:schemeClr val="tx1"/>
              </a:solidFill>
            </a:rPr>
            <a:t>/host file</a:t>
          </a:r>
        </a:p>
      </dgm:t>
    </dgm:pt>
    <dgm:pt modelId="{D767F6CD-F90E-453A-8EA2-ED424D859484}" type="parTrans" cxnId="{B4EA9F40-E1DD-4D08-92F3-525EACB454D6}">
      <dgm:prSet/>
      <dgm:spPr/>
      <dgm:t>
        <a:bodyPr/>
        <a:lstStyle/>
        <a:p>
          <a:endParaRPr lang="en-US"/>
        </a:p>
      </dgm:t>
    </dgm:pt>
    <dgm:pt modelId="{FFD9C2F6-DD0B-4EAB-9F75-601A1560BDF5}" type="sibTrans" cxnId="{B4EA9F40-E1DD-4D08-92F3-525EACB454D6}">
      <dgm:prSet/>
      <dgm:spPr/>
      <dgm:t>
        <a:bodyPr/>
        <a:lstStyle/>
        <a:p>
          <a:endParaRPr lang="en-US"/>
        </a:p>
      </dgm:t>
    </dgm:pt>
    <dgm:pt modelId="{960404D7-ACA2-458E-BFA8-E285F621162D}">
      <dgm:prSet custT="1"/>
      <dgm:spPr/>
      <dgm:t>
        <a:bodyPr/>
        <a:lstStyle/>
        <a:p>
          <a:pPr algn="l">
            <a:buNone/>
          </a:pPr>
          <a:r>
            <a:rPr lang="en-US" sz="1400" dirty="0"/>
            <a:t>   -Local Repository in the cluster</a:t>
          </a:r>
          <a:endParaRPr lang="en-US" sz="1400" dirty="0">
            <a:solidFill>
              <a:schemeClr val="accent1">
                <a:lumMod val="75000"/>
              </a:schemeClr>
            </a:solidFill>
          </a:endParaRPr>
        </a:p>
      </dgm:t>
    </dgm:pt>
    <dgm:pt modelId="{DE79DADC-44C9-4274-828D-27690E2AD820}" type="sibTrans" cxnId="{E1508F16-26EC-4DD6-8325-42B14CFABF68}">
      <dgm:prSet/>
      <dgm:spPr/>
      <dgm:t>
        <a:bodyPr/>
        <a:lstStyle/>
        <a:p>
          <a:endParaRPr lang="en-US"/>
        </a:p>
      </dgm:t>
    </dgm:pt>
    <dgm:pt modelId="{9C422E64-DF40-476B-9E0E-8E7DE004578B}" type="parTrans" cxnId="{E1508F16-26EC-4DD6-8325-42B14CFABF68}">
      <dgm:prSet/>
      <dgm:spPr/>
      <dgm:t>
        <a:bodyPr/>
        <a:lstStyle/>
        <a:p>
          <a:endParaRPr lang="en-US"/>
        </a:p>
      </dgm:t>
    </dgm:pt>
    <dgm:pt modelId="{0D36E049-389F-426D-960B-E992B5713C1F}" type="pres">
      <dgm:prSet presAssocID="{27C4D8DE-FDBB-4A85-972C-FFDD2691CF27}" presName="Name0" presStyleCnt="0">
        <dgm:presLayoutVars>
          <dgm:dir/>
          <dgm:animLvl val="lvl"/>
          <dgm:resizeHandles val="exact"/>
        </dgm:presLayoutVars>
      </dgm:prSet>
      <dgm:spPr/>
    </dgm:pt>
    <dgm:pt modelId="{E243BEDC-BA0C-403A-8AFF-AD08002E2E09}" type="pres">
      <dgm:prSet presAssocID="{495F97D1-97CF-4C7F-887E-4A413CDEED70}" presName="linNode" presStyleCnt="0"/>
      <dgm:spPr/>
    </dgm:pt>
    <dgm:pt modelId="{61F7FC16-E161-4BD7-8547-9AD7A3615229}" type="pres">
      <dgm:prSet presAssocID="{495F97D1-97CF-4C7F-887E-4A413CDEED70}" presName="parentText" presStyleLbl="node1" presStyleIdx="0" presStyleCnt="1" custScaleY="80827" custLinFactNeighborX="796">
        <dgm:presLayoutVars>
          <dgm:chMax val="1"/>
          <dgm:bulletEnabled val="1"/>
        </dgm:presLayoutVars>
      </dgm:prSet>
      <dgm:spPr/>
    </dgm:pt>
    <dgm:pt modelId="{5450DF9E-E76B-4CBA-AF5E-D3B0BF5AE06E}" type="pres">
      <dgm:prSet presAssocID="{495F97D1-97CF-4C7F-887E-4A413CDEED70}" presName="descendantText" presStyleLbl="alignAccFollowNode1" presStyleIdx="0" presStyleCnt="1" custScaleY="95128" custLinFactNeighborX="643" custLinFactNeighborY="654">
        <dgm:presLayoutVars>
          <dgm:bulletEnabled val="1"/>
        </dgm:presLayoutVars>
      </dgm:prSet>
      <dgm:spPr/>
    </dgm:pt>
  </dgm:ptLst>
  <dgm:cxnLst>
    <dgm:cxn modelId="{4D7B0203-C909-4065-A747-B4CD946CEBF8}" type="presOf" srcId="{495F97D1-97CF-4C7F-887E-4A413CDEED70}" destId="{61F7FC16-E161-4BD7-8547-9AD7A3615229}" srcOrd="0" destOrd="0" presId="urn:microsoft.com/office/officeart/2005/8/layout/vList5"/>
    <dgm:cxn modelId="{E1508F16-26EC-4DD6-8325-42B14CFABF68}" srcId="{495F97D1-97CF-4C7F-887E-4A413CDEED70}" destId="{960404D7-ACA2-458E-BFA8-E285F621162D}" srcOrd="4" destOrd="0" parTransId="{9C422E64-DF40-476B-9E0E-8E7DE004578B}" sibTransId="{DE79DADC-44C9-4274-828D-27690E2AD820}"/>
    <dgm:cxn modelId="{43AB582C-2441-402C-A874-AC05828F1984}" srcId="{27C4D8DE-FDBB-4A85-972C-FFDD2691CF27}" destId="{495F97D1-97CF-4C7F-887E-4A413CDEED70}" srcOrd="0" destOrd="0" parTransId="{904409B9-4CAE-499C-937E-F69086CDE678}" sibTransId="{776C93FD-2BF3-4076-ABEC-E22A1D75CF4F}"/>
    <dgm:cxn modelId="{B4EA9F40-E1DD-4D08-92F3-525EACB454D6}" srcId="{E07604EC-229E-4FBE-9F59-C1EE46CD116D}" destId="{76CC5043-8BA6-4911-A9A9-045FE6E02CF3}" srcOrd="3" destOrd="0" parTransId="{D767F6CD-F90E-453A-8EA2-ED424D859484}" sibTransId="{FFD9C2F6-DD0B-4EAB-9F75-601A1560BDF5}"/>
    <dgm:cxn modelId="{1B25215C-622F-4A1E-98C8-4A0CDF6995FB}" srcId="{495F97D1-97CF-4C7F-887E-4A413CDEED70}" destId="{964FD7D4-4E15-49E9-AE2F-DD88013884BC}" srcOrd="0" destOrd="0" parTransId="{1E2D93FA-D951-4F98-953D-B003CB7BFAE2}" sibTransId="{E761CFFC-9A22-4433-900E-6F40DF17B50D}"/>
    <dgm:cxn modelId="{1709E061-0A37-4173-8B95-817B4BDABAF7}" srcId="{495F97D1-97CF-4C7F-887E-4A413CDEED70}" destId="{35F9B370-B35F-480D-889D-8AAA2205F25A}" srcOrd="2" destOrd="0" parTransId="{32CD965F-6BF1-49B7-9800-6AA38FAD25D2}" sibTransId="{664B102C-3D44-4A07-9013-A226DFB2B389}"/>
    <dgm:cxn modelId="{F41B056F-8C16-44DB-B172-4C0F34E9CC11}" type="presOf" srcId="{76CC5043-8BA6-4911-A9A9-045FE6E02CF3}" destId="{5450DF9E-E76B-4CBA-AF5E-D3B0BF5AE06E}" srcOrd="0" destOrd="7" presId="urn:microsoft.com/office/officeart/2005/8/layout/vList5"/>
    <dgm:cxn modelId="{9E6B1F54-4447-4E66-ABCC-E585A0519A95}" srcId="{495F97D1-97CF-4C7F-887E-4A413CDEED70}" destId="{244B9764-F806-4741-9A34-6A9C45F8EE02}" srcOrd="1" destOrd="0" parTransId="{CAE4CAEF-30B4-4506-ACEC-3D5EA4C1D676}" sibTransId="{E233A6E1-24A1-49AB-9A3C-51F3E18D86BB}"/>
    <dgm:cxn modelId="{5776DE85-D33A-4AC5-8DA6-48ABC277FE16}" srcId="{E07604EC-229E-4FBE-9F59-C1EE46CD116D}" destId="{BB75ECBB-A3D1-496C-9378-FA02F8A2693B}" srcOrd="0" destOrd="0" parTransId="{642B3B36-2BD8-4A14-A027-9AD25C797DC0}" sibTransId="{B03E55CF-894F-4688-878C-A777D90B1457}"/>
    <dgm:cxn modelId="{6B4AC587-369E-4085-AD41-8D383733D571}" type="presOf" srcId="{65795A54-260A-4687-B302-1E8EB3D3EF20}" destId="{5450DF9E-E76B-4CBA-AF5E-D3B0BF5AE06E}" srcOrd="0" destOrd="6" presId="urn:microsoft.com/office/officeart/2005/8/layout/vList5"/>
    <dgm:cxn modelId="{6BBBDF8E-F196-4309-B064-3CCDE8BB4227}" type="presOf" srcId="{BB75ECBB-A3D1-496C-9378-FA02F8A2693B}" destId="{5450DF9E-E76B-4CBA-AF5E-D3B0BF5AE06E}" srcOrd="0" destOrd="4" presId="urn:microsoft.com/office/officeart/2005/8/layout/vList5"/>
    <dgm:cxn modelId="{B7BB3095-0279-452E-8D60-07EC44FF726E}" srcId="{E07604EC-229E-4FBE-9F59-C1EE46CD116D}" destId="{65795A54-260A-4687-B302-1E8EB3D3EF20}" srcOrd="2" destOrd="0" parTransId="{8AC89F83-4362-4127-8DDB-FC79B5631F38}" sibTransId="{1A623FE0-2B38-4DE3-BEBE-B53DE7FC6F3C}"/>
    <dgm:cxn modelId="{CCA6D7B1-FB3D-496F-A437-11E87950EBB4}" type="presOf" srcId="{E07604EC-229E-4FBE-9F59-C1EE46CD116D}" destId="{5450DF9E-E76B-4CBA-AF5E-D3B0BF5AE06E}" srcOrd="0" destOrd="3" presId="urn:microsoft.com/office/officeart/2005/8/layout/vList5"/>
    <dgm:cxn modelId="{096AB7C5-44FC-4521-918D-24B4A87A3E17}" srcId="{495F97D1-97CF-4C7F-887E-4A413CDEED70}" destId="{E07604EC-229E-4FBE-9F59-C1EE46CD116D}" srcOrd="3" destOrd="0" parTransId="{E6547E7D-B5AD-4C07-B70C-B07D56CAA570}" sibTransId="{BE8B2EC0-3CD4-4E38-B791-8300A5DBEB55}"/>
    <dgm:cxn modelId="{F68F88C6-5D7F-47D2-A9FC-2632C4760856}" type="presOf" srcId="{960404D7-ACA2-458E-BFA8-E285F621162D}" destId="{5450DF9E-E76B-4CBA-AF5E-D3B0BF5AE06E}" srcOrd="0" destOrd="8" presId="urn:microsoft.com/office/officeart/2005/8/layout/vList5"/>
    <dgm:cxn modelId="{84080CCA-06E2-47B5-9D96-62B849836F2F}" type="presOf" srcId="{35F9B370-B35F-480D-889D-8AAA2205F25A}" destId="{5450DF9E-E76B-4CBA-AF5E-D3B0BF5AE06E}" srcOrd="0" destOrd="2" presId="urn:microsoft.com/office/officeart/2005/8/layout/vList5"/>
    <dgm:cxn modelId="{08B7C0D5-60BD-472E-8475-00FF265D8139}" srcId="{E07604EC-229E-4FBE-9F59-C1EE46CD116D}" destId="{AC6CF52F-10F6-4952-A91C-31E99456DB8D}" srcOrd="1" destOrd="0" parTransId="{293141D2-3365-4F09-ACC5-AFDF05996370}" sibTransId="{C3375691-6293-4552-AE63-358E88A881F2}"/>
    <dgm:cxn modelId="{40BBE6E7-3CE2-4434-87D4-311266E3A37E}" type="presOf" srcId="{AC6CF52F-10F6-4952-A91C-31E99456DB8D}" destId="{5450DF9E-E76B-4CBA-AF5E-D3B0BF5AE06E}" srcOrd="0" destOrd="5" presId="urn:microsoft.com/office/officeart/2005/8/layout/vList5"/>
    <dgm:cxn modelId="{4CA29BEE-5548-4195-9662-B6CD2079452C}" type="presOf" srcId="{964FD7D4-4E15-49E9-AE2F-DD88013884BC}" destId="{5450DF9E-E76B-4CBA-AF5E-D3B0BF5AE06E}" srcOrd="0" destOrd="0" presId="urn:microsoft.com/office/officeart/2005/8/layout/vList5"/>
    <dgm:cxn modelId="{B2D1C9F7-2C6F-4F2C-A507-C68DAE7EE294}" type="presOf" srcId="{27C4D8DE-FDBB-4A85-972C-FFDD2691CF27}" destId="{0D36E049-389F-426D-960B-E992B5713C1F}" srcOrd="0" destOrd="0" presId="urn:microsoft.com/office/officeart/2005/8/layout/vList5"/>
    <dgm:cxn modelId="{F03327F8-6382-48D1-B5C2-29502C9A65FD}" type="presOf" srcId="{244B9764-F806-4741-9A34-6A9C45F8EE02}" destId="{5450DF9E-E76B-4CBA-AF5E-D3B0BF5AE06E}" srcOrd="0" destOrd="1" presId="urn:microsoft.com/office/officeart/2005/8/layout/vList5"/>
    <dgm:cxn modelId="{394FEBCA-4ECC-43F3-93E8-96218CF45A66}" type="presParOf" srcId="{0D36E049-389F-426D-960B-E992B5713C1F}" destId="{E243BEDC-BA0C-403A-8AFF-AD08002E2E09}" srcOrd="0" destOrd="0" presId="urn:microsoft.com/office/officeart/2005/8/layout/vList5"/>
    <dgm:cxn modelId="{F89066F1-BC7B-4964-8DA6-AC1D5DB96771}" type="presParOf" srcId="{E243BEDC-BA0C-403A-8AFF-AD08002E2E09}" destId="{61F7FC16-E161-4BD7-8547-9AD7A3615229}" srcOrd="0" destOrd="0" presId="urn:microsoft.com/office/officeart/2005/8/layout/vList5"/>
    <dgm:cxn modelId="{66C3A6C2-F79D-4624-9DFA-0CE578BF14F6}" type="presParOf" srcId="{E243BEDC-BA0C-403A-8AFF-AD08002E2E09}" destId="{5450DF9E-E76B-4CBA-AF5E-D3B0BF5AE06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7C4D8DE-FDBB-4A85-972C-FFDD2691CF27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95F97D1-97CF-4C7F-887E-4A413CDEED7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700" dirty="0">
              <a:solidFill>
                <a:schemeClr val="bg1"/>
              </a:solidFill>
            </a:rPr>
            <a:t>Installation Guideline</a:t>
          </a:r>
        </a:p>
        <a:p>
          <a:pPr>
            <a:lnSpc>
              <a:spcPct val="100000"/>
            </a:lnSpc>
          </a:pPr>
          <a:r>
            <a:rPr lang="en-US" sz="1700" dirty="0" err="1">
              <a:solidFill>
                <a:schemeClr val="bg1"/>
              </a:solidFill>
            </a:rPr>
            <a:t>xCAT</a:t>
          </a:r>
          <a:r>
            <a:rPr lang="en-US" sz="1700" dirty="0">
              <a:solidFill>
                <a:schemeClr val="bg1"/>
              </a:solidFill>
            </a:rPr>
            <a:t>:</a:t>
          </a:r>
        </a:p>
      </dgm:t>
    </dgm:pt>
    <dgm:pt modelId="{904409B9-4CAE-499C-937E-F69086CDE678}" type="parTrans" cxnId="{43AB582C-2441-402C-A874-AC05828F1984}">
      <dgm:prSet/>
      <dgm:spPr/>
      <dgm:t>
        <a:bodyPr/>
        <a:lstStyle/>
        <a:p>
          <a:endParaRPr lang="en-US"/>
        </a:p>
      </dgm:t>
    </dgm:pt>
    <dgm:pt modelId="{776C93FD-2BF3-4076-ABEC-E22A1D75CF4F}" type="sibTrans" cxnId="{43AB582C-2441-402C-A874-AC05828F1984}">
      <dgm:prSet/>
      <dgm:spPr/>
      <dgm:t>
        <a:bodyPr/>
        <a:lstStyle/>
        <a:p>
          <a:endParaRPr lang="en-US"/>
        </a:p>
      </dgm:t>
    </dgm:pt>
    <dgm:pt modelId="{1F83A440-1F7B-4DA2-98C1-4F007AC19D46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/>
            <a:t>https://xcat-docs.readthedocs.io/en/stable/</a:t>
          </a:r>
        </a:p>
      </dgm:t>
    </dgm:pt>
    <dgm:pt modelId="{9E7CBAAC-B818-4F79-8811-8870464CD3F9}" type="parTrans" cxnId="{D428E90F-C26E-4ED6-B9E6-8295F4B0689E}">
      <dgm:prSet/>
      <dgm:spPr/>
      <dgm:t>
        <a:bodyPr/>
        <a:lstStyle/>
        <a:p>
          <a:endParaRPr lang="en-US"/>
        </a:p>
      </dgm:t>
    </dgm:pt>
    <dgm:pt modelId="{A9EA52C8-0DE7-4FCA-AEAB-3C2D19B0CD3D}" type="sibTrans" cxnId="{D428E90F-C26E-4ED6-B9E6-8295F4B0689E}">
      <dgm:prSet/>
      <dgm:spPr/>
      <dgm:t>
        <a:bodyPr/>
        <a:lstStyle/>
        <a:p>
          <a:endParaRPr lang="en-US"/>
        </a:p>
      </dgm:t>
    </dgm:pt>
    <dgm:pt modelId="{2FFE1B1C-100E-47D3-88BA-1CDDCC5BEC52}">
      <dgm:prSet custT="1"/>
      <dgm:spPr/>
      <dgm:t>
        <a:bodyPr/>
        <a:lstStyle/>
        <a:p>
          <a:r>
            <a:rPr lang="en-US" sz="1700" dirty="0"/>
            <a:t>Pre-requisites:</a:t>
          </a:r>
          <a:r>
            <a:rPr lang="en-US" sz="3700" dirty="0"/>
            <a:t> </a:t>
          </a:r>
        </a:p>
      </dgm:t>
    </dgm:pt>
    <dgm:pt modelId="{057D32F1-3D35-48A0-8310-3BBA17EC9C65}" type="parTrans" cxnId="{9E591800-B864-43DF-AD04-0D1D8111E39D}">
      <dgm:prSet/>
      <dgm:spPr/>
      <dgm:t>
        <a:bodyPr/>
        <a:lstStyle/>
        <a:p>
          <a:endParaRPr lang="en-US"/>
        </a:p>
      </dgm:t>
    </dgm:pt>
    <dgm:pt modelId="{AED717CD-4D69-4F26-A47B-11E26DEDD98E}" type="sibTrans" cxnId="{9E591800-B864-43DF-AD04-0D1D8111E39D}">
      <dgm:prSet/>
      <dgm:spPr/>
      <dgm:t>
        <a:bodyPr/>
        <a:lstStyle/>
        <a:p>
          <a:endParaRPr lang="en-US"/>
        </a:p>
      </dgm:t>
    </dgm:pt>
    <dgm:pt modelId="{4F8EAEF4-17A5-4399-8A9A-5478273C2362}">
      <dgm:prSet custT="1"/>
      <dgm:spPr/>
      <dgm:t>
        <a:bodyPr/>
        <a:lstStyle/>
        <a:p>
          <a:pPr>
            <a:buNone/>
          </a:pPr>
          <a:r>
            <a:rPr lang="en-US" sz="1400" dirty="0"/>
            <a:t>-Make sure NTP is enabled across the cluster</a:t>
          </a:r>
        </a:p>
      </dgm:t>
    </dgm:pt>
    <dgm:pt modelId="{63AEE08F-E31C-47E5-AD38-43C5CBE34BFA}" type="parTrans" cxnId="{809FEEFD-798D-4ED8-92BC-492707601CC9}">
      <dgm:prSet/>
      <dgm:spPr/>
      <dgm:t>
        <a:bodyPr/>
        <a:lstStyle/>
        <a:p>
          <a:endParaRPr lang="en-US"/>
        </a:p>
      </dgm:t>
    </dgm:pt>
    <dgm:pt modelId="{4BA614F2-089F-4D5C-BA2B-3FF55F87EB36}" type="sibTrans" cxnId="{809FEEFD-798D-4ED8-92BC-492707601CC9}">
      <dgm:prSet/>
      <dgm:spPr/>
      <dgm:t>
        <a:bodyPr/>
        <a:lstStyle/>
        <a:p>
          <a:endParaRPr lang="en-US"/>
        </a:p>
      </dgm:t>
    </dgm:pt>
    <dgm:pt modelId="{7F63623C-12F5-4B47-AE59-15646628DE59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/>
            <a:t>https://github.com/xcat2/xcat-core/wiki/XCAT_2.13.3_Release_Notes</a:t>
          </a:r>
        </a:p>
      </dgm:t>
    </dgm:pt>
    <dgm:pt modelId="{3CF9646F-8375-4337-B47B-BBD8EE76B5CF}" type="parTrans" cxnId="{CF6DD67B-7231-4AD6-B189-8E800D4714C2}">
      <dgm:prSet/>
      <dgm:spPr/>
      <dgm:t>
        <a:bodyPr/>
        <a:lstStyle/>
        <a:p>
          <a:endParaRPr lang="en-US"/>
        </a:p>
      </dgm:t>
    </dgm:pt>
    <dgm:pt modelId="{2604AD62-2AE3-45C7-B583-22FB4AF74B88}" type="sibTrans" cxnId="{CF6DD67B-7231-4AD6-B189-8E800D4714C2}">
      <dgm:prSet/>
      <dgm:spPr/>
      <dgm:t>
        <a:bodyPr/>
        <a:lstStyle/>
        <a:p>
          <a:endParaRPr lang="en-US"/>
        </a:p>
      </dgm:t>
    </dgm:pt>
    <dgm:pt modelId="{EC55C4F0-81DC-4DCD-88B2-172FA6F7CD48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/>
            <a:t>https://xcat-docs.readthedocs.io/en/stable/guides/install-guides/yum/manual_install.html</a:t>
          </a:r>
        </a:p>
      </dgm:t>
    </dgm:pt>
    <dgm:pt modelId="{4B1B571F-C816-4F52-99E9-F5A21AD9CD6B}" type="parTrans" cxnId="{99A6D5B6-6EA5-4A99-ADBA-670CC62224E4}">
      <dgm:prSet/>
      <dgm:spPr/>
      <dgm:t>
        <a:bodyPr/>
        <a:lstStyle/>
        <a:p>
          <a:endParaRPr lang="en-US"/>
        </a:p>
      </dgm:t>
    </dgm:pt>
    <dgm:pt modelId="{B885EC92-8560-45A3-A11D-C1EA09DEACB3}" type="sibTrans" cxnId="{99A6D5B6-6EA5-4A99-ADBA-670CC62224E4}">
      <dgm:prSet/>
      <dgm:spPr/>
      <dgm:t>
        <a:bodyPr/>
        <a:lstStyle/>
        <a:p>
          <a:endParaRPr lang="en-US"/>
        </a:p>
      </dgm:t>
    </dgm:pt>
    <dgm:pt modelId="{EAB217C3-B3EB-400A-A33A-58B303DF307A}">
      <dgm:prSet custT="1"/>
      <dgm:spPr/>
      <dgm:t>
        <a:bodyPr/>
        <a:lstStyle/>
        <a:p>
          <a:pPr>
            <a:buNone/>
          </a:pPr>
          <a:r>
            <a:rPr lang="en-US" sz="1400" dirty="0"/>
            <a:t>-</a:t>
          </a:r>
          <a:r>
            <a:rPr lang="en-US" sz="1400" dirty="0" err="1"/>
            <a:t>Passwordless</a:t>
          </a:r>
          <a:r>
            <a:rPr lang="en-US" sz="1400" dirty="0"/>
            <a:t> SSH for root is enabled across the cluster from ms1/ms2</a:t>
          </a:r>
        </a:p>
      </dgm:t>
    </dgm:pt>
    <dgm:pt modelId="{856DFB32-9FBD-4E16-8E88-5A599CA44FDD}" type="parTrans" cxnId="{BA04EAB7-C4EB-445C-886A-B6186AEEA0FF}">
      <dgm:prSet/>
      <dgm:spPr/>
      <dgm:t>
        <a:bodyPr/>
        <a:lstStyle/>
        <a:p>
          <a:endParaRPr lang="en-US"/>
        </a:p>
      </dgm:t>
    </dgm:pt>
    <dgm:pt modelId="{0556D310-B95D-4A8F-AA9B-13CFB7D6CECC}" type="sibTrans" cxnId="{BA04EAB7-C4EB-445C-886A-B6186AEEA0FF}">
      <dgm:prSet/>
      <dgm:spPr/>
      <dgm:t>
        <a:bodyPr/>
        <a:lstStyle/>
        <a:p>
          <a:endParaRPr lang="en-US"/>
        </a:p>
      </dgm:t>
    </dgm:pt>
    <dgm:pt modelId="{EB11224C-66CD-43BD-BE87-49609B60543C}">
      <dgm:prSet custT="1"/>
      <dgm:spPr/>
      <dgm:t>
        <a:bodyPr/>
        <a:lstStyle/>
        <a:p>
          <a:pPr>
            <a:buNone/>
          </a:pPr>
          <a:r>
            <a:rPr lang="en-US" sz="1400" dirty="0"/>
            <a:t>-Configure a VIP network interface dedicated for the active </a:t>
          </a:r>
          <a:r>
            <a:rPr lang="en-US" sz="1400" dirty="0" err="1"/>
            <a:t>xcatmaster</a:t>
          </a:r>
          <a:endParaRPr lang="en-US" sz="1400" dirty="0"/>
        </a:p>
      </dgm:t>
    </dgm:pt>
    <dgm:pt modelId="{165A2EFD-DECA-4863-867D-988D5F482943}" type="parTrans" cxnId="{ECC335BD-A99D-4C59-9BD1-87AA676E8BC6}">
      <dgm:prSet/>
      <dgm:spPr/>
      <dgm:t>
        <a:bodyPr/>
        <a:lstStyle/>
        <a:p>
          <a:endParaRPr lang="en-US"/>
        </a:p>
      </dgm:t>
    </dgm:pt>
    <dgm:pt modelId="{2A9DA96E-1D08-43ED-9E2F-B10E6BE9D541}" type="sibTrans" cxnId="{ECC335BD-A99D-4C59-9BD1-87AA676E8BC6}">
      <dgm:prSet/>
      <dgm:spPr/>
      <dgm:t>
        <a:bodyPr/>
        <a:lstStyle/>
        <a:p>
          <a:endParaRPr lang="en-US"/>
        </a:p>
      </dgm:t>
    </dgm:pt>
    <dgm:pt modelId="{59142B17-7DD7-4B96-9A62-2DD55A94C69D}">
      <dgm:prSet custT="1"/>
      <dgm:spPr/>
      <dgm:t>
        <a:bodyPr/>
        <a:lstStyle/>
        <a:p>
          <a:pPr>
            <a:buNone/>
          </a:pPr>
          <a:r>
            <a:rPr lang="en-US" sz="1400" dirty="0"/>
            <a:t>-VIP for </a:t>
          </a:r>
          <a:r>
            <a:rPr lang="en-US" sz="1400" dirty="0" err="1"/>
            <a:t>xcatmn</a:t>
          </a:r>
          <a:r>
            <a:rPr lang="en-US" sz="1400" dirty="0"/>
            <a:t>: 192.168.248.60 (em3:0) only up on active master node (ms1)</a:t>
          </a:r>
        </a:p>
      </dgm:t>
    </dgm:pt>
    <dgm:pt modelId="{34FC91D5-22FC-40B2-8B75-1A1E55BD1624}" type="parTrans" cxnId="{EDF95AAE-000F-437E-9603-D5337252D752}">
      <dgm:prSet/>
      <dgm:spPr/>
      <dgm:t>
        <a:bodyPr/>
        <a:lstStyle/>
        <a:p>
          <a:endParaRPr lang="en-US"/>
        </a:p>
      </dgm:t>
    </dgm:pt>
    <dgm:pt modelId="{D8B13048-2F76-46CC-9663-4488783F479F}" type="sibTrans" cxnId="{EDF95AAE-000F-437E-9603-D5337252D752}">
      <dgm:prSet/>
      <dgm:spPr/>
      <dgm:t>
        <a:bodyPr/>
        <a:lstStyle/>
        <a:p>
          <a:endParaRPr lang="en-US"/>
        </a:p>
      </dgm:t>
    </dgm:pt>
    <dgm:pt modelId="{54997A1C-13C6-4E89-919B-21822CEF9EDF}">
      <dgm:prSet custT="1"/>
      <dgm:spPr/>
      <dgm:t>
        <a:bodyPr/>
        <a:lstStyle/>
        <a:p>
          <a:pPr>
            <a:buNone/>
          </a:pPr>
          <a:r>
            <a:rPr lang="en-US" sz="1400" dirty="0"/>
            <a:t>-Host IP for ms1: 192.168.248.61 (em3) | ms2: 192.168.248.62 (em3)</a:t>
          </a:r>
        </a:p>
      </dgm:t>
    </dgm:pt>
    <dgm:pt modelId="{E963E1BA-8D57-4E3F-B134-14DF07607245}" type="parTrans" cxnId="{218406AA-75D5-404B-A181-28FC57C2754D}">
      <dgm:prSet/>
      <dgm:spPr/>
      <dgm:t>
        <a:bodyPr/>
        <a:lstStyle/>
        <a:p>
          <a:endParaRPr lang="en-US"/>
        </a:p>
      </dgm:t>
    </dgm:pt>
    <dgm:pt modelId="{E9982422-AADC-4836-87D4-B776A9EB398A}" type="sibTrans" cxnId="{218406AA-75D5-404B-A181-28FC57C2754D}">
      <dgm:prSet/>
      <dgm:spPr/>
      <dgm:t>
        <a:bodyPr/>
        <a:lstStyle/>
        <a:p>
          <a:endParaRPr lang="en-US"/>
        </a:p>
      </dgm:t>
    </dgm:pt>
    <dgm:pt modelId="{F4D37197-3C49-48EE-979C-7618B59A3171}">
      <dgm:prSet custT="1"/>
      <dgm:spPr/>
      <dgm:t>
        <a:bodyPr/>
        <a:lstStyle/>
        <a:p>
          <a:pPr>
            <a:buNone/>
          </a:pPr>
          <a:r>
            <a:rPr lang="en-US" sz="1400" dirty="0"/>
            <a:t>-ms1/ms2 configured as </a:t>
          </a:r>
          <a:r>
            <a:rPr lang="en-US" sz="1400" dirty="0" err="1"/>
            <a:t>ntp</a:t>
          </a:r>
          <a:r>
            <a:rPr lang="en-US" sz="1400" dirty="0"/>
            <a:t>, nameservers on </a:t>
          </a:r>
          <a:r>
            <a:rPr lang="en-US" sz="1400" dirty="0" err="1"/>
            <a:t>xcat</a:t>
          </a:r>
          <a:endParaRPr lang="en-US" sz="1400" dirty="0"/>
        </a:p>
      </dgm:t>
    </dgm:pt>
    <dgm:pt modelId="{45E7FBDB-E2D1-44BE-AFE1-AE442868DA46}" type="parTrans" cxnId="{F079DD56-DC39-4624-A644-3F7FACCA10FF}">
      <dgm:prSet/>
      <dgm:spPr/>
      <dgm:t>
        <a:bodyPr/>
        <a:lstStyle/>
        <a:p>
          <a:endParaRPr lang="en-US"/>
        </a:p>
      </dgm:t>
    </dgm:pt>
    <dgm:pt modelId="{64EAFD79-876E-412D-8C02-3DF161654956}" type="sibTrans" cxnId="{F079DD56-DC39-4624-A644-3F7FACCA10FF}">
      <dgm:prSet/>
      <dgm:spPr/>
      <dgm:t>
        <a:bodyPr/>
        <a:lstStyle/>
        <a:p>
          <a:endParaRPr lang="en-US"/>
        </a:p>
      </dgm:t>
    </dgm:pt>
    <dgm:pt modelId="{15E666D1-8DCD-469B-BBA0-D2974B0CCD48}">
      <dgm:prSet custT="1"/>
      <dgm:spPr/>
      <dgm:t>
        <a:bodyPr/>
        <a:lstStyle/>
        <a:p>
          <a:pPr>
            <a:buNone/>
          </a:pPr>
          <a:r>
            <a:rPr lang="en-US" sz="1400" dirty="0"/>
            <a:t>-</a:t>
          </a:r>
          <a:r>
            <a:rPr lang="en-US" sz="1400" dirty="0" err="1"/>
            <a:t>xcatmn</a:t>
          </a:r>
          <a:r>
            <a:rPr lang="en-US" sz="1400" dirty="0"/>
            <a:t> used as </a:t>
          </a:r>
          <a:r>
            <a:rPr lang="en-US" sz="1400" dirty="0" err="1"/>
            <a:t>dhcp</a:t>
          </a:r>
          <a:r>
            <a:rPr lang="en-US" sz="1400" dirty="0"/>
            <a:t> server, </a:t>
          </a:r>
          <a:r>
            <a:rPr lang="en-US" sz="1400" dirty="0" err="1"/>
            <a:t>dns</a:t>
          </a:r>
          <a:r>
            <a:rPr lang="en-US" sz="1400" dirty="0"/>
            <a:t> server, </a:t>
          </a:r>
          <a:r>
            <a:rPr lang="en-US" sz="1400" dirty="0" err="1"/>
            <a:t>tfpserver</a:t>
          </a:r>
          <a:r>
            <a:rPr lang="en-US" sz="1400" dirty="0"/>
            <a:t> in </a:t>
          </a:r>
          <a:r>
            <a:rPr lang="en-US" sz="1400" dirty="0" err="1"/>
            <a:t>mgmt</a:t>
          </a:r>
          <a:r>
            <a:rPr lang="en-US" sz="1400" dirty="0"/>
            <a:t> network</a:t>
          </a:r>
        </a:p>
      </dgm:t>
    </dgm:pt>
    <dgm:pt modelId="{C1BAB879-842B-4926-9DC7-575FD1BE3230}" type="parTrans" cxnId="{3C8D3046-E4C8-465E-851F-A72585DEED8A}">
      <dgm:prSet/>
      <dgm:spPr/>
      <dgm:t>
        <a:bodyPr/>
        <a:lstStyle/>
        <a:p>
          <a:endParaRPr lang="en-US"/>
        </a:p>
      </dgm:t>
    </dgm:pt>
    <dgm:pt modelId="{84B8F1B7-F3F4-4658-97A0-181FD0759EFF}" type="sibTrans" cxnId="{3C8D3046-E4C8-465E-851F-A72585DEED8A}">
      <dgm:prSet/>
      <dgm:spPr/>
      <dgm:t>
        <a:bodyPr/>
        <a:lstStyle/>
        <a:p>
          <a:endParaRPr lang="en-US"/>
        </a:p>
      </dgm:t>
    </dgm:pt>
    <dgm:pt modelId="{30290707-8620-40AF-9CD2-A83C3E88BE38}">
      <dgm:prSet custT="1"/>
      <dgm:spPr/>
      <dgm:t>
        <a:bodyPr/>
        <a:lstStyle/>
        <a:p>
          <a:pPr>
            <a:buNone/>
          </a:pPr>
          <a:r>
            <a:rPr lang="en-US" sz="1400" dirty="0"/>
            <a:t>-roary.net domain used</a:t>
          </a:r>
        </a:p>
      </dgm:t>
    </dgm:pt>
    <dgm:pt modelId="{7EE9AA67-1F4B-4E60-868F-E7E300A00D2D}" type="parTrans" cxnId="{BE9BF200-55AA-448D-8CF6-022E6785B128}">
      <dgm:prSet/>
      <dgm:spPr/>
      <dgm:t>
        <a:bodyPr/>
        <a:lstStyle/>
        <a:p>
          <a:endParaRPr lang="en-US"/>
        </a:p>
      </dgm:t>
    </dgm:pt>
    <dgm:pt modelId="{F4F6E321-125F-46BE-B7D8-57CF1B27E5D2}" type="sibTrans" cxnId="{BE9BF200-55AA-448D-8CF6-022E6785B128}">
      <dgm:prSet/>
      <dgm:spPr/>
      <dgm:t>
        <a:bodyPr/>
        <a:lstStyle/>
        <a:p>
          <a:endParaRPr lang="en-US"/>
        </a:p>
      </dgm:t>
    </dgm:pt>
    <dgm:pt modelId="{0D36E049-389F-426D-960B-E992B5713C1F}" type="pres">
      <dgm:prSet presAssocID="{27C4D8DE-FDBB-4A85-972C-FFDD2691CF27}" presName="Name0" presStyleCnt="0">
        <dgm:presLayoutVars>
          <dgm:dir/>
          <dgm:animLvl val="lvl"/>
          <dgm:resizeHandles val="exact"/>
        </dgm:presLayoutVars>
      </dgm:prSet>
      <dgm:spPr/>
    </dgm:pt>
    <dgm:pt modelId="{E243BEDC-BA0C-403A-8AFF-AD08002E2E09}" type="pres">
      <dgm:prSet presAssocID="{495F97D1-97CF-4C7F-887E-4A413CDEED70}" presName="linNode" presStyleCnt="0"/>
      <dgm:spPr/>
    </dgm:pt>
    <dgm:pt modelId="{61F7FC16-E161-4BD7-8547-9AD7A3615229}" type="pres">
      <dgm:prSet presAssocID="{495F97D1-97CF-4C7F-887E-4A413CDEED70}" presName="parentText" presStyleLbl="node1" presStyleIdx="0" presStyleCnt="2" custScaleX="98833" custScaleY="40847" custLinFactNeighborX="0">
        <dgm:presLayoutVars>
          <dgm:chMax val="1"/>
          <dgm:bulletEnabled val="1"/>
        </dgm:presLayoutVars>
      </dgm:prSet>
      <dgm:spPr/>
    </dgm:pt>
    <dgm:pt modelId="{5450DF9E-E76B-4CBA-AF5E-D3B0BF5AE06E}" type="pres">
      <dgm:prSet presAssocID="{495F97D1-97CF-4C7F-887E-4A413CDEED70}" presName="descendantText" presStyleLbl="alignAccFollowNode1" presStyleIdx="0" presStyleCnt="2" custScaleY="48723" custLinFactNeighborX="0">
        <dgm:presLayoutVars>
          <dgm:bulletEnabled val="1"/>
        </dgm:presLayoutVars>
      </dgm:prSet>
      <dgm:spPr/>
    </dgm:pt>
    <dgm:pt modelId="{A2841892-A77D-4B06-8F74-8A259E5BBB12}" type="pres">
      <dgm:prSet presAssocID="{776C93FD-2BF3-4076-ABEC-E22A1D75CF4F}" presName="sp" presStyleCnt="0"/>
      <dgm:spPr/>
    </dgm:pt>
    <dgm:pt modelId="{0E95E383-892B-45A9-8D9C-C6683D85B409}" type="pres">
      <dgm:prSet presAssocID="{2FFE1B1C-100E-47D3-88BA-1CDDCC5BEC52}" presName="linNode" presStyleCnt="0"/>
      <dgm:spPr/>
    </dgm:pt>
    <dgm:pt modelId="{FDC72016-C221-4258-BD66-E6AE8748780F}" type="pres">
      <dgm:prSet presAssocID="{2FFE1B1C-100E-47D3-88BA-1CDDCC5BEC52}" presName="parentText" presStyleLbl="node1" presStyleIdx="1" presStyleCnt="2" custScaleY="91531" custLinFactNeighborX="796">
        <dgm:presLayoutVars>
          <dgm:chMax val="1"/>
          <dgm:bulletEnabled val="1"/>
        </dgm:presLayoutVars>
      </dgm:prSet>
      <dgm:spPr/>
    </dgm:pt>
    <dgm:pt modelId="{7CF1B421-46CD-4E66-BEDF-16A773CDC532}" type="pres">
      <dgm:prSet presAssocID="{2FFE1B1C-100E-47D3-88BA-1CDDCC5BEC52}" presName="descendantText" presStyleLbl="alignAccFollowNode1" presStyleIdx="1" presStyleCnt="2" custScaleY="109180" custLinFactNeighborX="2374">
        <dgm:presLayoutVars>
          <dgm:bulletEnabled val="1"/>
        </dgm:presLayoutVars>
      </dgm:prSet>
      <dgm:spPr/>
    </dgm:pt>
  </dgm:ptLst>
  <dgm:cxnLst>
    <dgm:cxn modelId="{9E591800-B864-43DF-AD04-0D1D8111E39D}" srcId="{27C4D8DE-FDBB-4A85-972C-FFDD2691CF27}" destId="{2FFE1B1C-100E-47D3-88BA-1CDDCC5BEC52}" srcOrd="1" destOrd="0" parTransId="{057D32F1-3D35-48A0-8310-3BBA17EC9C65}" sibTransId="{AED717CD-4D69-4F26-A47B-11E26DEDD98E}"/>
    <dgm:cxn modelId="{BE9BF200-55AA-448D-8CF6-022E6785B128}" srcId="{59142B17-7DD7-4B96-9A62-2DD55A94C69D}" destId="{30290707-8620-40AF-9CD2-A83C3E88BE38}" srcOrd="1" destOrd="0" parTransId="{7EE9AA67-1F4B-4E60-868F-E7E300A00D2D}" sibTransId="{F4F6E321-125F-46BE-B7D8-57CF1B27E5D2}"/>
    <dgm:cxn modelId="{6758DD01-54C5-4DB1-82AC-8BB910B0FACB}" type="presOf" srcId="{4F8EAEF4-17A5-4399-8A9A-5478273C2362}" destId="{7CF1B421-46CD-4E66-BEDF-16A773CDC532}" srcOrd="0" destOrd="0" presId="urn:microsoft.com/office/officeart/2005/8/layout/vList5"/>
    <dgm:cxn modelId="{4D7B0203-C909-4065-A747-B4CD946CEBF8}" type="presOf" srcId="{495F97D1-97CF-4C7F-887E-4A413CDEED70}" destId="{61F7FC16-E161-4BD7-8547-9AD7A3615229}" srcOrd="0" destOrd="0" presId="urn:microsoft.com/office/officeart/2005/8/layout/vList5"/>
    <dgm:cxn modelId="{199A8208-2B9C-4F96-B881-822D0BCCBCAB}" type="presOf" srcId="{EC55C4F0-81DC-4DCD-88B2-172FA6F7CD48}" destId="{5450DF9E-E76B-4CBA-AF5E-D3B0BF5AE06E}" srcOrd="0" destOrd="1" presId="urn:microsoft.com/office/officeart/2005/8/layout/vList5"/>
    <dgm:cxn modelId="{D428E90F-C26E-4ED6-B9E6-8295F4B0689E}" srcId="{495F97D1-97CF-4C7F-887E-4A413CDEED70}" destId="{1F83A440-1F7B-4DA2-98C1-4F007AC19D46}" srcOrd="0" destOrd="0" parTransId="{9E7CBAAC-B818-4F79-8811-8870464CD3F9}" sibTransId="{A9EA52C8-0DE7-4FCA-AEAB-3C2D19B0CD3D}"/>
    <dgm:cxn modelId="{6344B718-2433-4EE4-9827-59CFBBAE1FAE}" type="presOf" srcId="{EB11224C-66CD-43BD-BE87-49609B60543C}" destId="{7CF1B421-46CD-4E66-BEDF-16A773CDC532}" srcOrd="0" destOrd="2" presId="urn:microsoft.com/office/officeart/2005/8/layout/vList5"/>
    <dgm:cxn modelId="{43AB582C-2441-402C-A874-AC05828F1984}" srcId="{27C4D8DE-FDBB-4A85-972C-FFDD2691CF27}" destId="{495F97D1-97CF-4C7F-887E-4A413CDEED70}" srcOrd="0" destOrd="0" parTransId="{904409B9-4CAE-499C-937E-F69086CDE678}" sibTransId="{776C93FD-2BF3-4076-ABEC-E22A1D75CF4F}"/>
    <dgm:cxn modelId="{45520C5E-2D01-4BAF-9FE1-BAD788AD6973}" type="presOf" srcId="{30290707-8620-40AF-9CD2-A83C3E88BE38}" destId="{7CF1B421-46CD-4E66-BEDF-16A773CDC532}" srcOrd="0" destOrd="5" presId="urn:microsoft.com/office/officeart/2005/8/layout/vList5"/>
    <dgm:cxn modelId="{B9EC9C65-7326-4A2C-92C1-81647F081628}" type="presOf" srcId="{EAB217C3-B3EB-400A-A33A-58B303DF307A}" destId="{7CF1B421-46CD-4E66-BEDF-16A773CDC532}" srcOrd="0" destOrd="1" presId="urn:microsoft.com/office/officeart/2005/8/layout/vList5"/>
    <dgm:cxn modelId="{3C8D3046-E4C8-465E-851F-A72585DEED8A}" srcId="{59142B17-7DD7-4B96-9A62-2DD55A94C69D}" destId="{15E666D1-8DCD-469B-BBA0-D2974B0CCD48}" srcOrd="0" destOrd="0" parTransId="{C1BAB879-842B-4926-9DC7-575FD1BE3230}" sibTransId="{84B8F1B7-F3F4-4658-97A0-181FD0759EFF}"/>
    <dgm:cxn modelId="{F079DD56-DC39-4624-A644-3F7FACCA10FF}" srcId="{54997A1C-13C6-4E89-919B-21822CEF9EDF}" destId="{F4D37197-3C49-48EE-979C-7618B59A3171}" srcOrd="0" destOrd="0" parTransId="{45E7FBDB-E2D1-44BE-AFE1-AE442868DA46}" sibTransId="{64EAFD79-876E-412D-8C02-3DF161654956}"/>
    <dgm:cxn modelId="{CF6DD67B-7231-4AD6-B189-8E800D4714C2}" srcId="{495F97D1-97CF-4C7F-887E-4A413CDEED70}" destId="{7F63623C-12F5-4B47-AE59-15646628DE59}" srcOrd="2" destOrd="0" parTransId="{3CF9646F-8375-4337-B47B-BBD8EE76B5CF}" sibTransId="{2604AD62-2AE3-45C7-B583-22FB4AF74B88}"/>
    <dgm:cxn modelId="{883AC591-B0C3-40F5-A27C-2227A80BA855}" type="presOf" srcId="{54997A1C-13C6-4E89-919B-21822CEF9EDF}" destId="{7CF1B421-46CD-4E66-BEDF-16A773CDC532}" srcOrd="0" destOrd="6" presId="urn:microsoft.com/office/officeart/2005/8/layout/vList5"/>
    <dgm:cxn modelId="{1072ACA1-6D55-4FE1-97A6-AC7E9EBE684D}" type="presOf" srcId="{2FFE1B1C-100E-47D3-88BA-1CDDCC5BEC52}" destId="{FDC72016-C221-4258-BD66-E6AE8748780F}" srcOrd="0" destOrd="0" presId="urn:microsoft.com/office/officeart/2005/8/layout/vList5"/>
    <dgm:cxn modelId="{218406AA-75D5-404B-A181-28FC57C2754D}" srcId="{EB11224C-66CD-43BD-BE87-49609B60543C}" destId="{54997A1C-13C6-4E89-919B-21822CEF9EDF}" srcOrd="1" destOrd="0" parTransId="{E963E1BA-8D57-4E3F-B134-14DF07607245}" sibTransId="{E9982422-AADC-4836-87D4-B776A9EB398A}"/>
    <dgm:cxn modelId="{C96599AC-31A7-464D-B1A3-06EBA269EB31}" type="presOf" srcId="{F4D37197-3C49-48EE-979C-7618B59A3171}" destId="{7CF1B421-46CD-4E66-BEDF-16A773CDC532}" srcOrd="0" destOrd="7" presId="urn:microsoft.com/office/officeart/2005/8/layout/vList5"/>
    <dgm:cxn modelId="{EDF95AAE-000F-437E-9603-D5337252D752}" srcId="{EB11224C-66CD-43BD-BE87-49609B60543C}" destId="{59142B17-7DD7-4B96-9A62-2DD55A94C69D}" srcOrd="0" destOrd="0" parTransId="{34FC91D5-22FC-40B2-8B75-1A1E55BD1624}" sibTransId="{D8B13048-2F76-46CC-9663-4488783F479F}"/>
    <dgm:cxn modelId="{99A6D5B6-6EA5-4A99-ADBA-670CC62224E4}" srcId="{495F97D1-97CF-4C7F-887E-4A413CDEED70}" destId="{EC55C4F0-81DC-4DCD-88B2-172FA6F7CD48}" srcOrd="1" destOrd="0" parTransId="{4B1B571F-C816-4F52-99E9-F5A21AD9CD6B}" sibTransId="{B885EC92-8560-45A3-A11D-C1EA09DEACB3}"/>
    <dgm:cxn modelId="{BA04EAB7-C4EB-445C-886A-B6186AEEA0FF}" srcId="{2FFE1B1C-100E-47D3-88BA-1CDDCC5BEC52}" destId="{EAB217C3-B3EB-400A-A33A-58B303DF307A}" srcOrd="1" destOrd="0" parTransId="{856DFB32-9FBD-4E16-8E88-5A599CA44FDD}" sibTransId="{0556D310-B95D-4A8F-AA9B-13CFB7D6CECC}"/>
    <dgm:cxn modelId="{ECC335BD-A99D-4C59-9BD1-87AA676E8BC6}" srcId="{2FFE1B1C-100E-47D3-88BA-1CDDCC5BEC52}" destId="{EB11224C-66CD-43BD-BE87-49609B60543C}" srcOrd="2" destOrd="0" parTransId="{165A2EFD-DECA-4863-867D-988D5F482943}" sibTransId="{2A9DA96E-1D08-43ED-9E2F-B10E6BE9D541}"/>
    <dgm:cxn modelId="{C73A6CD4-6C01-4A07-91EC-816054CFD323}" type="presOf" srcId="{15E666D1-8DCD-469B-BBA0-D2974B0CCD48}" destId="{7CF1B421-46CD-4E66-BEDF-16A773CDC532}" srcOrd="0" destOrd="4" presId="urn:microsoft.com/office/officeart/2005/8/layout/vList5"/>
    <dgm:cxn modelId="{54BAF6DA-10F7-403D-AF4A-1893245326DC}" type="presOf" srcId="{1F83A440-1F7B-4DA2-98C1-4F007AC19D46}" destId="{5450DF9E-E76B-4CBA-AF5E-D3B0BF5AE06E}" srcOrd="0" destOrd="0" presId="urn:microsoft.com/office/officeart/2005/8/layout/vList5"/>
    <dgm:cxn modelId="{410C1BEF-BCDA-486D-B10B-3A4A1D3B2939}" type="presOf" srcId="{7F63623C-12F5-4B47-AE59-15646628DE59}" destId="{5450DF9E-E76B-4CBA-AF5E-D3B0BF5AE06E}" srcOrd="0" destOrd="2" presId="urn:microsoft.com/office/officeart/2005/8/layout/vList5"/>
    <dgm:cxn modelId="{BC9D72F6-B7F4-4A59-A94F-9B0633E39820}" type="presOf" srcId="{59142B17-7DD7-4B96-9A62-2DD55A94C69D}" destId="{7CF1B421-46CD-4E66-BEDF-16A773CDC532}" srcOrd="0" destOrd="3" presId="urn:microsoft.com/office/officeart/2005/8/layout/vList5"/>
    <dgm:cxn modelId="{B2D1C9F7-2C6F-4F2C-A507-C68DAE7EE294}" type="presOf" srcId="{27C4D8DE-FDBB-4A85-972C-FFDD2691CF27}" destId="{0D36E049-389F-426D-960B-E992B5713C1F}" srcOrd="0" destOrd="0" presId="urn:microsoft.com/office/officeart/2005/8/layout/vList5"/>
    <dgm:cxn modelId="{809FEEFD-798D-4ED8-92BC-492707601CC9}" srcId="{2FFE1B1C-100E-47D3-88BA-1CDDCC5BEC52}" destId="{4F8EAEF4-17A5-4399-8A9A-5478273C2362}" srcOrd="0" destOrd="0" parTransId="{63AEE08F-E31C-47E5-AD38-43C5CBE34BFA}" sibTransId="{4BA614F2-089F-4D5C-BA2B-3FF55F87EB36}"/>
    <dgm:cxn modelId="{394FEBCA-4ECC-43F3-93E8-96218CF45A66}" type="presParOf" srcId="{0D36E049-389F-426D-960B-E992B5713C1F}" destId="{E243BEDC-BA0C-403A-8AFF-AD08002E2E09}" srcOrd="0" destOrd="0" presId="urn:microsoft.com/office/officeart/2005/8/layout/vList5"/>
    <dgm:cxn modelId="{F89066F1-BC7B-4964-8DA6-AC1D5DB96771}" type="presParOf" srcId="{E243BEDC-BA0C-403A-8AFF-AD08002E2E09}" destId="{61F7FC16-E161-4BD7-8547-9AD7A3615229}" srcOrd="0" destOrd="0" presId="urn:microsoft.com/office/officeart/2005/8/layout/vList5"/>
    <dgm:cxn modelId="{66C3A6C2-F79D-4624-9DFA-0CE578BF14F6}" type="presParOf" srcId="{E243BEDC-BA0C-403A-8AFF-AD08002E2E09}" destId="{5450DF9E-E76B-4CBA-AF5E-D3B0BF5AE06E}" srcOrd="1" destOrd="0" presId="urn:microsoft.com/office/officeart/2005/8/layout/vList5"/>
    <dgm:cxn modelId="{7D9AF818-2030-4503-8CD1-DA30563A0A17}" type="presParOf" srcId="{0D36E049-389F-426D-960B-E992B5713C1F}" destId="{A2841892-A77D-4B06-8F74-8A259E5BBB12}" srcOrd="1" destOrd="0" presId="urn:microsoft.com/office/officeart/2005/8/layout/vList5"/>
    <dgm:cxn modelId="{CF9C0A47-BB52-48DF-815F-66E0D2BE0E86}" type="presParOf" srcId="{0D36E049-389F-426D-960B-E992B5713C1F}" destId="{0E95E383-892B-45A9-8D9C-C6683D85B409}" srcOrd="2" destOrd="0" presId="urn:microsoft.com/office/officeart/2005/8/layout/vList5"/>
    <dgm:cxn modelId="{E5FEC3BE-0A1A-4317-AFB7-9CBC84348F60}" type="presParOf" srcId="{0E95E383-892B-45A9-8D9C-C6683D85B409}" destId="{FDC72016-C221-4258-BD66-E6AE8748780F}" srcOrd="0" destOrd="0" presId="urn:microsoft.com/office/officeart/2005/8/layout/vList5"/>
    <dgm:cxn modelId="{9C345B5D-BBAF-4FFD-A9E7-5E59679E22A8}" type="presParOf" srcId="{0E95E383-892B-45A9-8D9C-C6683D85B409}" destId="{7CF1B421-46CD-4E66-BEDF-16A773CDC532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7C4D8DE-FDBB-4A85-972C-FFDD2691CF27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95F97D1-97CF-4C7F-887E-4A413CDEED7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700" dirty="0" err="1"/>
            <a:t>xCAT</a:t>
          </a:r>
          <a:r>
            <a:rPr lang="en-US" sz="1700" dirty="0"/>
            <a:t> Installed under </a:t>
          </a:r>
          <a:r>
            <a:rPr lang="en-US" sz="1700" dirty="0" err="1"/>
            <a:t>Lustre</a:t>
          </a:r>
          <a:r>
            <a:rPr lang="en-US" sz="1700" dirty="0"/>
            <a:t> FS:</a:t>
          </a:r>
          <a:endParaRPr lang="en-US" sz="1700" dirty="0">
            <a:solidFill>
              <a:schemeClr val="bg1"/>
            </a:solidFill>
          </a:endParaRPr>
        </a:p>
      </dgm:t>
    </dgm:pt>
    <dgm:pt modelId="{904409B9-4CAE-499C-937E-F69086CDE678}" type="parTrans" cxnId="{43AB582C-2441-402C-A874-AC05828F1984}">
      <dgm:prSet/>
      <dgm:spPr/>
      <dgm:t>
        <a:bodyPr/>
        <a:lstStyle/>
        <a:p>
          <a:endParaRPr lang="en-US"/>
        </a:p>
      </dgm:t>
    </dgm:pt>
    <dgm:pt modelId="{776C93FD-2BF3-4076-ABEC-E22A1D75CF4F}" type="sibTrans" cxnId="{43AB582C-2441-402C-A874-AC05828F1984}">
      <dgm:prSet/>
      <dgm:spPr/>
      <dgm:t>
        <a:bodyPr/>
        <a:lstStyle/>
        <a:p>
          <a:endParaRPr lang="en-US"/>
        </a:p>
      </dgm:t>
    </dgm:pt>
    <dgm:pt modelId="{1F83A440-1F7B-4DA2-98C1-4F007AC19D46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/>
            <a:t>Tar downloaded under /home/software/</a:t>
          </a:r>
          <a:r>
            <a:rPr lang="en-US" sz="1400" dirty="0" err="1"/>
            <a:t>xcat</a:t>
          </a:r>
          <a:r>
            <a:rPr lang="en-US" sz="1400" dirty="0"/>
            <a:t>/</a:t>
          </a:r>
        </a:p>
      </dgm:t>
    </dgm:pt>
    <dgm:pt modelId="{9E7CBAAC-B818-4F79-8811-8870464CD3F9}" type="parTrans" cxnId="{D428E90F-C26E-4ED6-B9E6-8295F4B0689E}">
      <dgm:prSet/>
      <dgm:spPr/>
      <dgm:t>
        <a:bodyPr/>
        <a:lstStyle/>
        <a:p>
          <a:endParaRPr lang="en-US"/>
        </a:p>
      </dgm:t>
    </dgm:pt>
    <dgm:pt modelId="{A9EA52C8-0DE7-4FCA-AEAB-3C2D19B0CD3D}" type="sibTrans" cxnId="{D428E90F-C26E-4ED6-B9E6-8295F4B0689E}">
      <dgm:prSet/>
      <dgm:spPr/>
      <dgm:t>
        <a:bodyPr/>
        <a:lstStyle/>
        <a:p>
          <a:endParaRPr lang="en-US"/>
        </a:p>
      </dgm:t>
    </dgm:pt>
    <dgm:pt modelId="{4F8EAEF4-17A5-4399-8A9A-5478273C2362}">
      <dgm:prSet custT="1"/>
      <dgm:spPr/>
      <dgm:t>
        <a:bodyPr/>
        <a:lstStyle/>
        <a:p>
          <a:pPr>
            <a:buNone/>
          </a:pPr>
          <a:endParaRPr lang="en-US" sz="1400" dirty="0"/>
        </a:p>
      </dgm:t>
    </dgm:pt>
    <dgm:pt modelId="{4BA614F2-089F-4D5C-BA2B-3FF55F87EB36}" type="sibTrans" cxnId="{809FEEFD-798D-4ED8-92BC-492707601CC9}">
      <dgm:prSet/>
      <dgm:spPr/>
      <dgm:t>
        <a:bodyPr/>
        <a:lstStyle/>
        <a:p>
          <a:endParaRPr lang="en-US"/>
        </a:p>
      </dgm:t>
    </dgm:pt>
    <dgm:pt modelId="{63AEE08F-E31C-47E5-AD38-43C5CBE34BFA}" type="parTrans" cxnId="{809FEEFD-798D-4ED8-92BC-492707601CC9}">
      <dgm:prSet/>
      <dgm:spPr/>
      <dgm:t>
        <a:bodyPr/>
        <a:lstStyle/>
        <a:p>
          <a:endParaRPr lang="en-US"/>
        </a:p>
      </dgm:t>
    </dgm:pt>
    <dgm:pt modelId="{2FFE1B1C-100E-47D3-88BA-1CDDCC5BEC52}">
      <dgm:prSet custT="1"/>
      <dgm:spPr/>
      <dgm:t>
        <a:bodyPr/>
        <a:lstStyle/>
        <a:p>
          <a:endParaRPr lang="en-US" sz="3700" dirty="0"/>
        </a:p>
      </dgm:t>
    </dgm:pt>
    <dgm:pt modelId="{AED717CD-4D69-4F26-A47B-11E26DEDD98E}" type="sibTrans" cxnId="{9E591800-B864-43DF-AD04-0D1D8111E39D}">
      <dgm:prSet/>
      <dgm:spPr/>
      <dgm:t>
        <a:bodyPr/>
        <a:lstStyle/>
        <a:p>
          <a:endParaRPr lang="en-US"/>
        </a:p>
      </dgm:t>
    </dgm:pt>
    <dgm:pt modelId="{057D32F1-3D35-48A0-8310-3BBA17EC9C65}" type="parTrans" cxnId="{9E591800-B864-43DF-AD04-0D1D8111E39D}">
      <dgm:prSet/>
      <dgm:spPr/>
      <dgm:t>
        <a:bodyPr/>
        <a:lstStyle/>
        <a:p>
          <a:endParaRPr lang="en-US"/>
        </a:p>
      </dgm:t>
    </dgm:pt>
    <dgm:pt modelId="{F0F3D23B-6873-4870-AB66-05EC5D19E07C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/>
            <a:t>On active master node mount these </a:t>
          </a:r>
          <a:r>
            <a:rPr lang="en-US" sz="1400" dirty="0" err="1"/>
            <a:t>xcat</a:t>
          </a:r>
          <a:r>
            <a:rPr lang="en-US" sz="1400" dirty="0"/>
            <a:t> partitions from </a:t>
          </a:r>
          <a:r>
            <a:rPr lang="en-US" sz="1400" dirty="0" err="1"/>
            <a:t>lustre</a:t>
          </a:r>
          <a:endParaRPr lang="en-US" sz="1400" dirty="0"/>
        </a:p>
      </dgm:t>
    </dgm:pt>
    <dgm:pt modelId="{9A7C6F6B-D10C-4137-A1B8-6541EA646BE9}" type="parTrans" cxnId="{B1174F68-E217-4AB6-8A41-453D2A01E9D1}">
      <dgm:prSet/>
      <dgm:spPr/>
      <dgm:t>
        <a:bodyPr/>
        <a:lstStyle/>
        <a:p>
          <a:endParaRPr lang="en-US"/>
        </a:p>
      </dgm:t>
    </dgm:pt>
    <dgm:pt modelId="{AFE72873-5142-4424-B0BC-86E999C09BEF}" type="sibTrans" cxnId="{B1174F68-E217-4AB6-8A41-453D2A01E9D1}">
      <dgm:prSet/>
      <dgm:spPr/>
      <dgm:t>
        <a:bodyPr/>
        <a:lstStyle/>
        <a:p>
          <a:endParaRPr lang="en-US"/>
        </a:p>
      </dgm:t>
    </dgm:pt>
    <dgm:pt modelId="{996AD0EC-239C-4A6D-9381-2025A4E6F821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/>
            <a:t>Installation launched from </a:t>
          </a:r>
          <a:r>
            <a:rPr lang="en-US" sz="1400" dirty="0" err="1"/>
            <a:t>Xcat</a:t>
          </a:r>
          <a:r>
            <a:rPr lang="en-US" sz="1400" dirty="0"/>
            <a:t>-core / </a:t>
          </a:r>
          <a:r>
            <a:rPr lang="en-US" sz="1400" dirty="0" err="1"/>
            <a:t>xcat</a:t>
          </a:r>
          <a:r>
            <a:rPr lang="en-US" sz="1400" dirty="0"/>
            <a:t>-dep repositories</a:t>
          </a:r>
        </a:p>
      </dgm:t>
    </dgm:pt>
    <dgm:pt modelId="{720CD824-13C5-44EA-A616-418BE7436F81}" type="parTrans" cxnId="{9D7FBF3A-2AE0-4990-9204-DF4958E3C159}">
      <dgm:prSet/>
      <dgm:spPr/>
      <dgm:t>
        <a:bodyPr/>
        <a:lstStyle/>
        <a:p>
          <a:endParaRPr lang="en-US"/>
        </a:p>
      </dgm:t>
    </dgm:pt>
    <dgm:pt modelId="{5C7F58F3-89F3-4DBC-8B40-AB6D552C54D6}" type="sibTrans" cxnId="{9D7FBF3A-2AE0-4990-9204-DF4958E3C159}">
      <dgm:prSet/>
      <dgm:spPr/>
      <dgm:t>
        <a:bodyPr/>
        <a:lstStyle/>
        <a:p>
          <a:endParaRPr lang="en-US"/>
        </a:p>
      </dgm:t>
    </dgm:pt>
    <dgm:pt modelId="{DC175143-B085-4730-B78E-BAB530801ED8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/>
            <a:t>Installation prefix path: /home/share/</a:t>
          </a:r>
          <a:r>
            <a:rPr lang="en-US" sz="1400" dirty="0" err="1"/>
            <a:t>xCAT</a:t>
          </a:r>
          <a:r>
            <a:rPr lang="en-US" sz="1400" dirty="0"/>
            <a:t>/2.13.3</a:t>
          </a:r>
        </a:p>
      </dgm:t>
    </dgm:pt>
    <dgm:pt modelId="{B0A39385-CBEC-40D8-842B-836A3D6D2FDC}" type="parTrans" cxnId="{9689BB32-DB33-4261-9925-2967DA281AB0}">
      <dgm:prSet/>
      <dgm:spPr/>
      <dgm:t>
        <a:bodyPr/>
        <a:lstStyle/>
        <a:p>
          <a:endParaRPr lang="en-US"/>
        </a:p>
      </dgm:t>
    </dgm:pt>
    <dgm:pt modelId="{8B5A3310-307C-4FEB-B644-8F6E1C12CA21}" type="sibTrans" cxnId="{9689BB32-DB33-4261-9925-2967DA281AB0}">
      <dgm:prSet/>
      <dgm:spPr/>
      <dgm:t>
        <a:bodyPr/>
        <a:lstStyle/>
        <a:p>
          <a:endParaRPr lang="en-US"/>
        </a:p>
      </dgm:t>
    </dgm:pt>
    <dgm:pt modelId="{0D36E049-389F-426D-960B-E992B5713C1F}" type="pres">
      <dgm:prSet presAssocID="{27C4D8DE-FDBB-4A85-972C-FFDD2691CF27}" presName="Name0" presStyleCnt="0">
        <dgm:presLayoutVars>
          <dgm:dir/>
          <dgm:animLvl val="lvl"/>
          <dgm:resizeHandles val="exact"/>
        </dgm:presLayoutVars>
      </dgm:prSet>
      <dgm:spPr/>
    </dgm:pt>
    <dgm:pt modelId="{E243BEDC-BA0C-403A-8AFF-AD08002E2E09}" type="pres">
      <dgm:prSet presAssocID="{495F97D1-97CF-4C7F-887E-4A413CDEED70}" presName="linNode" presStyleCnt="0"/>
      <dgm:spPr/>
    </dgm:pt>
    <dgm:pt modelId="{61F7FC16-E161-4BD7-8547-9AD7A3615229}" type="pres">
      <dgm:prSet presAssocID="{495F97D1-97CF-4C7F-887E-4A413CDEED70}" presName="parentText" presStyleLbl="node1" presStyleIdx="0" presStyleCnt="2" custScaleX="110696" custScaleY="40847" custLinFactNeighborX="-549">
        <dgm:presLayoutVars>
          <dgm:chMax val="1"/>
          <dgm:bulletEnabled val="1"/>
        </dgm:presLayoutVars>
      </dgm:prSet>
      <dgm:spPr/>
    </dgm:pt>
    <dgm:pt modelId="{5450DF9E-E76B-4CBA-AF5E-D3B0BF5AE06E}" type="pres">
      <dgm:prSet presAssocID="{495F97D1-97CF-4C7F-887E-4A413CDEED70}" presName="descendantText" presStyleLbl="alignAccFollowNode1" presStyleIdx="0" presStyleCnt="2" custScaleY="48723" custLinFactNeighborX="1416">
        <dgm:presLayoutVars>
          <dgm:bulletEnabled val="1"/>
        </dgm:presLayoutVars>
      </dgm:prSet>
      <dgm:spPr/>
    </dgm:pt>
    <dgm:pt modelId="{A2841892-A77D-4B06-8F74-8A259E5BBB12}" type="pres">
      <dgm:prSet presAssocID="{776C93FD-2BF3-4076-ABEC-E22A1D75CF4F}" presName="sp" presStyleCnt="0"/>
      <dgm:spPr/>
    </dgm:pt>
    <dgm:pt modelId="{0E95E383-892B-45A9-8D9C-C6683D85B409}" type="pres">
      <dgm:prSet presAssocID="{2FFE1B1C-100E-47D3-88BA-1CDDCC5BEC52}" presName="linNode" presStyleCnt="0"/>
      <dgm:spPr/>
    </dgm:pt>
    <dgm:pt modelId="{FDC72016-C221-4258-BD66-E6AE8748780F}" type="pres">
      <dgm:prSet presAssocID="{2FFE1B1C-100E-47D3-88BA-1CDDCC5BEC52}" presName="parentText" presStyleLbl="node1" presStyleIdx="1" presStyleCnt="2" custFlipVert="0" custFlipHor="0" custScaleX="19877" custScaleY="1852" custLinFactX="1216520" custLinFactNeighborX="1300000" custLinFactNeighborY="800">
        <dgm:presLayoutVars>
          <dgm:chMax val="1"/>
          <dgm:bulletEnabled val="1"/>
        </dgm:presLayoutVars>
      </dgm:prSet>
      <dgm:spPr/>
    </dgm:pt>
    <dgm:pt modelId="{7CF1B421-46CD-4E66-BEDF-16A773CDC532}" type="pres">
      <dgm:prSet presAssocID="{2FFE1B1C-100E-47D3-88BA-1CDDCC5BEC52}" presName="descendantText" presStyleLbl="alignAccFollowNode1" presStyleIdx="1" presStyleCnt="2" custScaleX="2000000" custScaleY="85171" custLinFactX="-100000" custLinFactNeighborX="-114535">
        <dgm:presLayoutVars>
          <dgm:bulletEnabled val="1"/>
        </dgm:presLayoutVars>
      </dgm:prSet>
      <dgm:spPr/>
    </dgm:pt>
  </dgm:ptLst>
  <dgm:cxnLst>
    <dgm:cxn modelId="{9E591800-B864-43DF-AD04-0D1D8111E39D}" srcId="{27C4D8DE-FDBB-4A85-972C-FFDD2691CF27}" destId="{2FFE1B1C-100E-47D3-88BA-1CDDCC5BEC52}" srcOrd="1" destOrd="0" parTransId="{057D32F1-3D35-48A0-8310-3BBA17EC9C65}" sibTransId="{AED717CD-4D69-4F26-A47B-11E26DEDD98E}"/>
    <dgm:cxn modelId="{6758DD01-54C5-4DB1-82AC-8BB910B0FACB}" type="presOf" srcId="{4F8EAEF4-17A5-4399-8A9A-5478273C2362}" destId="{7CF1B421-46CD-4E66-BEDF-16A773CDC532}" srcOrd="0" destOrd="0" presId="urn:microsoft.com/office/officeart/2005/8/layout/vList5"/>
    <dgm:cxn modelId="{4D7B0203-C909-4065-A747-B4CD946CEBF8}" type="presOf" srcId="{495F97D1-97CF-4C7F-887E-4A413CDEED70}" destId="{61F7FC16-E161-4BD7-8547-9AD7A3615229}" srcOrd="0" destOrd="0" presId="urn:microsoft.com/office/officeart/2005/8/layout/vList5"/>
    <dgm:cxn modelId="{D428E90F-C26E-4ED6-B9E6-8295F4B0689E}" srcId="{495F97D1-97CF-4C7F-887E-4A413CDEED70}" destId="{1F83A440-1F7B-4DA2-98C1-4F007AC19D46}" srcOrd="0" destOrd="0" parTransId="{9E7CBAAC-B818-4F79-8811-8870464CD3F9}" sibTransId="{A9EA52C8-0DE7-4FCA-AEAB-3C2D19B0CD3D}"/>
    <dgm:cxn modelId="{1F920617-07F5-406E-BAA0-48E8D51EE393}" type="presOf" srcId="{DC175143-B085-4730-B78E-BAB530801ED8}" destId="{5450DF9E-E76B-4CBA-AF5E-D3B0BF5AE06E}" srcOrd="0" destOrd="2" presId="urn:microsoft.com/office/officeart/2005/8/layout/vList5"/>
    <dgm:cxn modelId="{43AB582C-2441-402C-A874-AC05828F1984}" srcId="{27C4D8DE-FDBB-4A85-972C-FFDD2691CF27}" destId="{495F97D1-97CF-4C7F-887E-4A413CDEED70}" srcOrd="0" destOrd="0" parTransId="{904409B9-4CAE-499C-937E-F69086CDE678}" sibTransId="{776C93FD-2BF3-4076-ABEC-E22A1D75CF4F}"/>
    <dgm:cxn modelId="{9689BB32-DB33-4261-9925-2967DA281AB0}" srcId="{495F97D1-97CF-4C7F-887E-4A413CDEED70}" destId="{DC175143-B085-4730-B78E-BAB530801ED8}" srcOrd="2" destOrd="0" parTransId="{B0A39385-CBEC-40D8-842B-836A3D6D2FDC}" sibTransId="{8B5A3310-307C-4FEB-B644-8F6E1C12CA21}"/>
    <dgm:cxn modelId="{9D7FBF3A-2AE0-4990-9204-DF4958E3C159}" srcId="{495F97D1-97CF-4C7F-887E-4A413CDEED70}" destId="{996AD0EC-239C-4A6D-9381-2025A4E6F821}" srcOrd="1" destOrd="0" parTransId="{720CD824-13C5-44EA-A616-418BE7436F81}" sibTransId="{5C7F58F3-89F3-4DBC-8B40-AB6D552C54D6}"/>
    <dgm:cxn modelId="{B1174F68-E217-4AB6-8A41-453D2A01E9D1}" srcId="{495F97D1-97CF-4C7F-887E-4A413CDEED70}" destId="{F0F3D23B-6873-4870-AB66-05EC5D19E07C}" srcOrd="3" destOrd="0" parTransId="{9A7C6F6B-D10C-4137-A1B8-6541EA646BE9}" sibTransId="{AFE72873-5142-4424-B0BC-86E999C09BEF}"/>
    <dgm:cxn modelId="{1072ACA1-6D55-4FE1-97A6-AC7E9EBE684D}" type="presOf" srcId="{2FFE1B1C-100E-47D3-88BA-1CDDCC5BEC52}" destId="{FDC72016-C221-4258-BD66-E6AE8748780F}" srcOrd="0" destOrd="0" presId="urn:microsoft.com/office/officeart/2005/8/layout/vList5"/>
    <dgm:cxn modelId="{EE945CAC-DD3B-4F1F-A7B5-30E38873963F}" type="presOf" srcId="{F0F3D23B-6873-4870-AB66-05EC5D19E07C}" destId="{5450DF9E-E76B-4CBA-AF5E-D3B0BF5AE06E}" srcOrd="0" destOrd="3" presId="urn:microsoft.com/office/officeart/2005/8/layout/vList5"/>
    <dgm:cxn modelId="{F5BF9EB5-D485-4F78-AD85-53AB9E89B19E}" type="presOf" srcId="{996AD0EC-239C-4A6D-9381-2025A4E6F821}" destId="{5450DF9E-E76B-4CBA-AF5E-D3B0BF5AE06E}" srcOrd="0" destOrd="1" presId="urn:microsoft.com/office/officeart/2005/8/layout/vList5"/>
    <dgm:cxn modelId="{54BAF6DA-10F7-403D-AF4A-1893245326DC}" type="presOf" srcId="{1F83A440-1F7B-4DA2-98C1-4F007AC19D46}" destId="{5450DF9E-E76B-4CBA-AF5E-D3B0BF5AE06E}" srcOrd="0" destOrd="0" presId="urn:microsoft.com/office/officeart/2005/8/layout/vList5"/>
    <dgm:cxn modelId="{B2D1C9F7-2C6F-4F2C-A507-C68DAE7EE294}" type="presOf" srcId="{27C4D8DE-FDBB-4A85-972C-FFDD2691CF27}" destId="{0D36E049-389F-426D-960B-E992B5713C1F}" srcOrd="0" destOrd="0" presId="urn:microsoft.com/office/officeart/2005/8/layout/vList5"/>
    <dgm:cxn modelId="{809FEEFD-798D-4ED8-92BC-492707601CC9}" srcId="{2FFE1B1C-100E-47D3-88BA-1CDDCC5BEC52}" destId="{4F8EAEF4-17A5-4399-8A9A-5478273C2362}" srcOrd="0" destOrd="0" parTransId="{63AEE08F-E31C-47E5-AD38-43C5CBE34BFA}" sibTransId="{4BA614F2-089F-4D5C-BA2B-3FF55F87EB36}"/>
    <dgm:cxn modelId="{394FEBCA-4ECC-43F3-93E8-96218CF45A66}" type="presParOf" srcId="{0D36E049-389F-426D-960B-E992B5713C1F}" destId="{E243BEDC-BA0C-403A-8AFF-AD08002E2E09}" srcOrd="0" destOrd="0" presId="urn:microsoft.com/office/officeart/2005/8/layout/vList5"/>
    <dgm:cxn modelId="{F89066F1-BC7B-4964-8DA6-AC1D5DB96771}" type="presParOf" srcId="{E243BEDC-BA0C-403A-8AFF-AD08002E2E09}" destId="{61F7FC16-E161-4BD7-8547-9AD7A3615229}" srcOrd="0" destOrd="0" presId="urn:microsoft.com/office/officeart/2005/8/layout/vList5"/>
    <dgm:cxn modelId="{66C3A6C2-F79D-4624-9DFA-0CE578BF14F6}" type="presParOf" srcId="{E243BEDC-BA0C-403A-8AFF-AD08002E2E09}" destId="{5450DF9E-E76B-4CBA-AF5E-D3B0BF5AE06E}" srcOrd="1" destOrd="0" presId="urn:microsoft.com/office/officeart/2005/8/layout/vList5"/>
    <dgm:cxn modelId="{7D9AF818-2030-4503-8CD1-DA30563A0A17}" type="presParOf" srcId="{0D36E049-389F-426D-960B-E992B5713C1F}" destId="{A2841892-A77D-4B06-8F74-8A259E5BBB12}" srcOrd="1" destOrd="0" presId="urn:microsoft.com/office/officeart/2005/8/layout/vList5"/>
    <dgm:cxn modelId="{CF9C0A47-BB52-48DF-815F-66E0D2BE0E86}" type="presParOf" srcId="{0D36E049-389F-426D-960B-E992B5713C1F}" destId="{0E95E383-892B-45A9-8D9C-C6683D85B409}" srcOrd="2" destOrd="0" presId="urn:microsoft.com/office/officeart/2005/8/layout/vList5"/>
    <dgm:cxn modelId="{E5FEC3BE-0A1A-4317-AFB7-9CBC84348F60}" type="presParOf" srcId="{0E95E383-892B-45A9-8D9C-C6683D85B409}" destId="{FDC72016-C221-4258-BD66-E6AE8748780F}" srcOrd="0" destOrd="0" presId="urn:microsoft.com/office/officeart/2005/8/layout/vList5"/>
    <dgm:cxn modelId="{9C345B5D-BBAF-4FFD-A9E7-5E59679E22A8}" type="presParOf" srcId="{0E95E383-892B-45A9-8D9C-C6683D85B409}" destId="{7CF1B421-46CD-4E66-BEDF-16A773CDC532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7C4D8DE-FDBB-4A85-972C-FFDD2691CF27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95F97D1-97CF-4C7F-887E-4A413CDEED7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700" dirty="0" err="1">
              <a:solidFill>
                <a:schemeClr val="bg1"/>
              </a:solidFill>
            </a:rPr>
            <a:t>xCAT</a:t>
          </a:r>
          <a:r>
            <a:rPr lang="en-US" sz="1700" dirty="0">
              <a:solidFill>
                <a:schemeClr val="bg1"/>
              </a:solidFill>
            </a:rPr>
            <a:t>  stop/start scripts:</a:t>
          </a:r>
        </a:p>
      </dgm:t>
    </dgm:pt>
    <dgm:pt modelId="{904409B9-4CAE-499C-937E-F69086CDE678}" type="parTrans" cxnId="{43AB582C-2441-402C-A874-AC05828F1984}">
      <dgm:prSet/>
      <dgm:spPr/>
      <dgm:t>
        <a:bodyPr/>
        <a:lstStyle/>
        <a:p>
          <a:endParaRPr lang="en-US"/>
        </a:p>
      </dgm:t>
    </dgm:pt>
    <dgm:pt modelId="{776C93FD-2BF3-4076-ABEC-E22A1D75CF4F}" type="sibTrans" cxnId="{43AB582C-2441-402C-A874-AC05828F1984}">
      <dgm:prSet/>
      <dgm:spPr/>
      <dgm:t>
        <a:bodyPr/>
        <a:lstStyle/>
        <a:p>
          <a:endParaRPr lang="en-US"/>
        </a:p>
      </dgm:t>
    </dgm:pt>
    <dgm:pt modelId="{1F83A440-1F7B-4DA2-98C1-4F007AC19D46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500" dirty="0">
              <a:solidFill>
                <a:schemeClr val="accent1">
                  <a:lumMod val="75000"/>
                </a:schemeClr>
              </a:solidFill>
            </a:rPr>
            <a:t>Manually stop/start </a:t>
          </a:r>
          <a:r>
            <a:rPr lang="en-US" sz="1500" dirty="0" err="1">
              <a:solidFill>
                <a:schemeClr val="accent1">
                  <a:lumMod val="75000"/>
                </a:schemeClr>
              </a:solidFill>
            </a:rPr>
            <a:t>xCAT</a:t>
          </a:r>
          <a:r>
            <a:rPr lang="en-US" sz="1500" dirty="0">
              <a:solidFill>
                <a:schemeClr val="accent1">
                  <a:lumMod val="75000"/>
                </a:schemeClr>
              </a:solidFill>
            </a:rPr>
            <a:t> on master node (ms1/ms2)</a:t>
          </a:r>
          <a:endParaRPr lang="en-US" sz="1500" dirty="0"/>
        </a:p>
      </dgm:t>
    </dgm:pt>
    <dgm:pt modelId="{9E7CBAAC-B818-4F79-8811-8870464CD3F9}" type="parTrans" cxnId="{D428E90F-C26E-4ED6-B9E6-8295F4B0689E}">
      <dgm:prSet/>
      <dgm:spPr/>
      <dgm:t>
        <a:bodyPr/>
        <a:lstStyle/>
        <a:p>
          <a:endParaRPr lang="en-US"/>
        </a:p>
      </dgm:t>
    </dgm:pt>
    <dgm:pt modelId="{A9EA52C8-0DE7-4FCA-AEAB-3C2D19B0CD3D}" type="sibTrans" cxnId="{D428E90F-C26E-4ED6-B9E6-8295F4B0689E}">
      <dgm:prSet/>
      <dgm:spPr/>
      <dgm:t>
        <a:bodyPr/>
        <a:lstStyle/>
        <a:p>
          <a:endParaRPr lang="en-US"/>
        </a:p>
      </dgm:t>
    </dgm:pt>
    <dgm:pt modelId="{C97C131C-3F84-4C47-AB25-53F32F705EEE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500" dirty="0" err="1">
              <a:solidFill>
                <a:schemeClr val="accent1">
                  <a:lumMod val="75000"/>
                </a:schemeClr>
              </a:solidFill>
            </a:rPr>
            <a:t>xCAT</a:t>
          </a:r>
          <a:r>
            <a:rPr lang="en-US" sz="1500" dirty="0">
              <a:solidFill>
                <a:schemeClr val="accent1">
                  <a:lumMod val="75000"/>
                </a:schemeClr>
              </a:solidFill>
            </a:rPr>
            <a:t> script to stop/start </a:t>
          </a:r>
          <a:r>
            <a:rPr lang="en-US" sz="1500" dirty="0" err="1">
              <a:solidFill>
                <a:schemeClr val="accent1">
                  <a:lumMod val="75000"/>
                </a:schemeClr>
              </a:solidFill>
            </a:rPr>
            <a:t>xCAT</a:t>
          </a:r>
          <a:r>
            <a:rPr lang="en-US" sz="1500" dirty="0">
              <a:solidFill>
                <a:schemeClr val="accent1">
                  <a:lumMod val="75000"/>
                </a:schemeClr>
              </a:solidFill>
            </a:rPr>
            <a:t> daemons located under /bin/</a:t>
          </a:r>
        </a:p>
      </dgm:t>
    </dgm:pt>
    <dgm:pt modelId="{751F0268-1710-4DB8-949B-9625CFA71067}" type="parTrans" cxnId="{B8ECF241-C724-4979-A8AC-147503DA6D5B}">
      <dgm:prSet/>
      <dgm:spPr/>
      <dgm:t>
        <a:bodyPr/>
        <a:lstStyle/>
        <a:p>
          <a:endParaRPr lang="en-US"/>
        </a:p>
      </dgm:t>
    </dgm:pt>
    <dgm:pt modelId="{9922ECAD-5B73-45A9-A14C-2BAC9FE94A73}" type="sibTrans" cxnId="{B8ECF241-C724-4979-A8AC-147503DA6D5B}">
      <dgm:prSet/>
      <dgm:spPr/>
      <dgm:t>
        <a:bodyPr/>
        <a:lstStyle/>
        <a:p>
          <a:endParaRPr lang="en-US"/>
        </a:p>
      </dgm:t>
    </dgm:pt>
    <dgm:pt modelId="{B4D14D36-3073-4E7D-9C2B-276E727A4A00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sz="1400" dirty="0"/>
            <a:t>-stop-</a:t>
          </a:r>
          <a:r>
            <a:rPr lang="en-US" sz="1400" dirty="0" err="1"/>
            <a:t>xcatmn</a:t>
          </a:r>
          <a:r>
            <a:rPr lang="en-US" sz="1400" dirty="0"/>
            <a:t> &gt; /home/share/</a:t>
          </a:r>
          <a:r>
            <a:rPr lang="en-US" sz="1400" dirty="0" err="1"/>
            <a:t>xCAT</a:t>
          </a:r>
          <a:r>
            <a:rPr lang="en-US" sz="1400" dirty="0"/>
            <a:t>/2.13.3/script/stop-</a:t>
          </a:r>
          <a:r>
            <a:rPr lang="en-US" sz="1400" dirty="0" err="1"/>
            <a:t>xcatmn</a:t>
          </a:r>
          <a:endParaRPr lang="en-US" sz="1400" dirty="0"/>
        </a:p>
      </dgm:t>
    </dgm:pt>
    <dgm:pt modelId="{71B8B5B6-8834-4AA0-A9B2-C63BF73757AF}" type="parTrans" cxnId="{BC050CDF-9706-4CA6-B3F9-93E41870E1C6}">
      <dgm:prSet/>
      <dgm:spPr/>
      <dgm:t>
        <a:bodyPr/>
        <a:lstStyle/>
        <a:p>
          <a:endParaRPr lang="en-US"/>
        </a:p>
      </dgm:t>
    </dgm:pt>
    <dgm:pt modelId="{3C9F7765-775F-4E95-B257-45C367392669}" type="sibTrans" cxnId="{BC050CDF-9706-4CA6-B3F9-93E41870E1C6}">
      <dgm:prSet/>
      <dgm:spPr/>
      <dgm:t>
        <a:bodyPr/>
        <a:lstStyle/>
        <a:p>
          <a:endParaRPr lang="en-US"/>
        </a:p>
      </dgm:t>
    </dgm:pt>
    <dgm:pt modelId="{70C0717C-381F-4398-A737-3DA243D9C0A6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500" dirty="0">
              <a:solidFill>
                <a:schemeClr val="accent1">
                  <a:lumMod val="75000"/>
                </a:schemeClr>
              </a:solidFill>
            </a:rPr>
            <a:t>This will stop/start </a:t>
          </a:r>
          <a:r>
            <a:rPr lang="en-US" sz="1500" dirty="0" err="1">
              <a:solidFill>
                <a:schemeClr val="accent1">
                  <a:lumMod val="75000"/>
                </a:schemeClr>
              </a:solidFill>
            </a:rPr>
            <a:t>xCAT</a:t>
          </a:r>
          <a:r>
            <a:rPr lang="en-US" sz="1500" dirty="0">
              <a:solidFill>
                <a:schemeClr val="accent1">
                  <a:lumMod val="75000"/>
                </a:schemeClr>
              </a:solidFill>
            </a:rPr>
            <a:t> daemons, </a:t>
          </a:r>
          <a:r>
            <a:rPr lang="en-US" sz="1500" dirty="0" err="1">
              <a:solidFill>
                <a:schemeClr val="accent1">
                  <a:lumMod val="75000"/>
                </a:schemeClr>
              </a:solidFill>
            </a:rPr>
            <a:t>dhcp</a:t>
          </a:r>
          <a:r>
            <a:rPr lang="en-US" sz="1500" dirty="0">
              <a:solidFill>
                <a:schemeClr val="accent1">
                  <a:lumMod val="75000"/>
                </a:schemeClr>
              </a:solidFill>
            </a:rPr>
            <a:t>, unmount </a:t>
          </a:r>
          <a:r>
            <a:rPr lang="en-US" sz="1500" dirty="0" err="1">
              <a:solidFill>
                <a:schemeClr val="accent1">
                  <a:lumMod val="75000"/>
                </a:schemeClr>
              </a:solidFill>
            </a:rPr>
            <a:t>lustre</a:t>
          </a:r>
          <a:r>
            <a:rPr lang="en-US" sz="1500" dirty="0">
              <a:solidFill>
                <a:schemeClr val="accent1">
                  <a:lumMod val="75000"/>
                </a:schemeClr>
              </a:solidFill>
            </a:rPr>
            <a:t>, stop/start VIP NIC interface em3:0</a:t>
          </a:r>
        </a:p>
      </dgm:t>
    </dgm:pt>
    <dgm:pt modelId="{1EF12746-9D36-4466-A25D-40DDAA581E84}" type="parTrans" cxnId="{6BD1FF6C-6F21-433D-858F-E9C577BBF683}">
      <dgm:prSet/>
      <dgm:spPr/>
      <dgm:t>
        <a:bodyPr/>
        <a:lstStyle/>
        <a:p>
          <a:endParaRPr lang="en-US"/>
        </a:p>
      </dgm:t>
    </dgm:pt>
    <dgm:pt modelId="{D1339EBB-7577-488E-AA50-3CE1B8840ACF}" type="sibTrans" cxnId="{6BD1FF6C-6F21-433D-858F-E9C577BBF683}">
      <dgm:prSet/>
      <dgm:spPr/>
      <dgm:t>
        <a:bodyPr/>
        <a:lstStyle/>
        <a:p>
          <a:endParaRPr lang="en-US"/>
        </a:p>
      </dgm:t>
    </dgm:pt>
    <dgm:pt modelId="{313A881F-EA28-43C2-A9AF-10E4C0A8D7CB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500" dirty="0" err="1">
              <a:solidFill>
                <a:schemeClr val="accent1">
                  <a:lumMod val="75000"/>
                </a:schemeClr>
              </a:solidFill>
            </a:rPr>
            <a:t>xCAT</a:t>
          </a:r>
          <a:r>
            <a:rPr lang="en-US" sz="1500" dirty="0">
              <a:solidFill>
                <a:schemeClr val="accent1">
                  <a:lumMod val="75000"/>
                </a:schemeClr>
              </a:solidFill>
            </a:rPr>
            <a:t> daemon is </a:t>
          </a:r>
          <a:r>
            <a:rPr lang="en-US" sz="1500" dirty="0" err="1">
              <a:solidFill>
                <a:schemeClr val="accent1">
                  <a:lumMod val="75000"/>
                </a:schemeClr>
              </a:solidFill>
            </a:rPr>
            <a:t>xcatd</a:t>
          </a:r>
          <a:endParaRPr lang="en-US" sz="1500" dirty="0">
            <a:solidFill>
              <a:schemeClr val="accent1">
                <a:lumMod val="75000"/>
              </a:schemeClr>
            </a:solidFill>
          </a:endParaRPr>
        </a:p>
      </dgm:t>
    </dgm:pt>
    <dgm:pt modelId="{BFDCB2FC-C445-45C4-A4BF-59EB4F6346EE}" type="parTrans" cxnId="{37A5BBE1-EEB4-442B-B947-19C665BD4319}">
      <dgm:prSet/>
      <dgm:spPr/>
      <dgm:t>
        <a:bodyPr/>
        <a:lstStyle/>
        <a:p>
          <a:endParaRPr lang="en-US"/>
        </a:p>
      </dgm:t>
    </dgm:pt>
    <dgm:pt modelId="{84895599-8EBB-414D-B08D-8AF879027120}" type="sibTrans" cxnId="{37A5BBE1-EEB4-442B-B947-19C665BD4319}">
      <dgm:prSet/>
      <dgm:spPr/>
      <dgm:t>
        <a:bodyPr/>
        <a:lstStyle/>
        <a:p>
          <a:endParaRPr lang="en-US"/>
        </a:p>
      </dgm:t>
    </dgm:pt>
    <dgm:pt modelId="{8BAC6917-358E-41CB-9187-BCB0B85D23F6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sz="1400" dirty="0"/>
            <a:t>-start-</a:t>
          </a:r>
          <a:r>
            <a:rPr lang="en-US" sz="1400" dirty="0" err="1"/>
            <a:t>xcatmn</a:t>
          </a:r>
          <a:r>
            <a:rPr lang="en-US" sz="1400" dirty="0"/>
            <a:t> &gt; /home/share/</a:t>
          </a:r>
          <a:r>
            <a:rPr lang="en-US" sz="1400" dirty="0" err="1"/>
            <a:t>xCAT</a:t>
          </a:r>
          <a:r>
            <a:rPr lang="en-US" sz="1400" dirty="0"/>
            <a:t>/2.13.3/script/start-</a:t>
          </a:r>
          <a:r>
            <a:rPr lang="en-US" sz="1400" dirty="0" err="1"/>
            <a:t>xcatmn</a:t>
          </a:r>
          <a:endParaRPr lang="en-US" sz="1400" dirty="0"/>
        </a:p>
      </dgm:t>
    </dgm:pt>
    <dgm:pt modelId="{8D5C95EB-EE57-4D51-89B3-732402064844}" type="parTrans" cxnId="{976D2A6B-27CB-4F01-B8BB-4ED35F529E85}">
      <dgm:prSet/>
      <dgm:spPr/>
      <dgm:t>
        <a:bodyPr/>
        <a:lstStyle/>
        <a:p>
          <a:endParaRPr lang="en-US"/>
        </a:p>
      </dgm:t>
    </dgm:pt>
    <dgm:pt modelId="{D47692F4-AED6-4CFA-8D79-0933861FF790}" type="sibTrans" cxnId="{976D2A6B-27CB-4F01-B8BB-4ED35F529E85}">
      <dgm:prSet/>
      <dgm:spPr/>
      <dgm:t>
        <a:bodyPr/>
        <a:lstStyle/>
        <a:p>
          <a:endParaRPr lang="en-US"/>
        </a:p>
      </dgm:t>
    </dgm:pt>
    <dgm:pt modelId="{0D36E049-389F-426D-960B-E992B5713C1F}" type="pres">
      <dgm:prSet presAssocID="{27C4D8DE-FDBB-4A85-972C-FFDD2691CF27}" presName="Name0" presStyleCnt="0">
        <dgm:presLayoutVars>
          <dgm:dir/>
          <dgm:animLvl val="lvl"/>
          <dgm:resizeHandles val="exact"/>
        </dgm:presLayoutVars>
      </dgm:prSet>
      <dgm:spPr/>
    </dgm:pt>
    <dgm:pt modelId="{E243BEDC-BA0C-403A-8AFF-AD08002E2E09}" type="pres">
      <dgm:prSet presAssocID="{495F97D1-97CF-4C7F-887E-4A413CDEED70}" presName="linNode" presStyleCnt="0"/>
      <dgm:spPr/>
    </dgm:pt>
    <dgm:pt modelId="{61F7FC16-E161-4BD7-8547-9AD7A3615229}" type="pres">
      <dgm:prSet presAssocID="{495F97D1-97CF-4C7F-887E-4A413CDEED70}" presName="parentText" presStyleLbl="node1" presStyleIdx="0" presStyleCnt="1" custScaleY="96560" custLinFactNeighborX="796">
        <dgm:presLayoutVars>
          <dgm:chMax val="1"/>
          <dgm:bulletEnabled val="1"/>
        </dgm:presLayoutVars>
      </dgm:prSet>
      <dgm:spPr/>
    </dgm:pt>
    <dgm:pt modelId="{5450DF9E-E76B-4CBA-AF5E-D3B0BF5AE06E}" type="pres">
      <dgm:prSet presAssocID="{495F97D1-97CF-4C7F-887E-4A413CDEED70}" presName="descendantText" presStyleLbl="alignAccFollowNode1" presStyleIdx="0" presStyleCnt="1" custScaleY="115214" custLinFactNeighborX="1416">
        <dgm:presLayoutVars>
          <dgm:bulletEnabled val="1"/>
        </dgm:presLayoutVars>
      </dgm:prSet>
      <dgm:spPr/>
    </dgm:pt>
  </dgm:ptLst>
  <dgm:cxnLst>
    <dgm:cxn modelId="{4D7B0203-C909-4065-A747-B4CD946CEBF8}" type="presOf" srcId="{495F97D1-97CF-4C7F-887E-4A413CDEED70}" destId="{61F7FC16-E161-4BD7-8547-9AD7A3615229}" srcOrd="0" destOrd="0" presId="urn:microsoft.com/office/officeart/2005/8/layout/vList5"/>
    <dgm:cxn modelId="{D428E90F-C26E-4ED6-B9E6-8295F4B0689E}" srcId="{495F97D1-97CF-4C7F-887E-4A413CDEED70}" destId="{1F83A440-1F7B-4DA2-98C1-4F007AC19D46}" srcOrd="1" destOrd="0" parTransId="{9E7CBAAC-B818-4F79-8811-8870464CD3F9}" sibTransId="{A9EA52C8-0DE7-4FCA-AEAB-3C2D19B0CD3D}"/>
    <dgm:cxn modelId="{670A6023-0590-4FAB-80C3-17924B0D7855}" type="presOf" srcId="{C97C131C-3F84-4C47-AB25-53F32F705EEE}" destId="{5450DF9E-E76B-4CBA-AF5E-D3B0BF5AE06E}" srcOrd="0" destOrd="3" presId="urn:microsoft.com/office/officeart/2005/8/layout/vList5"/>
    <dgm:cxn modelId="{43AB582C-2441-402C-A874-AC05828F1984}" srcId="{27C4D8DE-FDBB-4A85-972C-FFDD2691CF27}" destId="{495F97D1-97CF-4C7F-887E-4A413CDEED70}" srcOrd="0" destOrd="0" parTransId="{904409B9-4CAE-499C-937E-F69086CDE678}" sibTransId="{776C93FD-2BF3-4076-ABEC-E22A1D75CF4F}"/>
    <dgm:cxn modelId="{B8ECF241-C724-4979-A8AC-147503DA6D5B}" srcId="{495F97D1-97CF-4C7F-887E-4A413CDEED70}" destId="{C97C131C-3F84-4C47-AB25-53F32F705EEE}" srcOrd="3" destOrd="0" parTransId="{751F0268-1710-4DB8-949B-9625CFA71067}" sibTransId="{9922ECAD-5B73-45A9-A14C-2BAC9FE94A73}"/>
    <dgm:cxn modelId="{E0DB2B65-54BE-4C01-80CE-8544D940D3CA}" type="presOf" srcId="{8BAC6917-358E-41CB-9187-BCB0B85D23F6}" destId="{5450DF9E-E76B-4CBA-AF5E-D3B0BF5AE06E}" srcOrd="0" destOrd="5" presId="urn:microsoft.com/office/officeart/2005/8/layout/vList5"/>
    <dgm:cxn modelId="{976D2A6B-27CB-4F01-B8BB-4ED35F529E85}" srcId="{C97C131C-3F84-4C47-AB25-53F32F705EEE}" destId="{8BAC6917-358E-41CB-9187-BCB0B85D23F6}" srcOrd="1" destOrd="0" parTransId="{8D5C95EB-EE57-4D51-89B3-732402064844}" sibTransId="{D47692F4-AED6-4CFA-8D79-0933861FF790}"/>
    <dgm:cxn modelId="{6BD1FF6C-6F21-433D-858F-E9C577BBF683}" srcId="{495F97D1-97CF-4C7F-887E-4A413CDEED70}" destId="{70C0717C-381F-4398-A737-3DA243D9C0A6}" srcOrd="2" destOrd="0" parTransId="{1EF12746-9D36-4466-A25D-40DDAA581E84}" sibTransId="{D1339EBB-7577-488E-AA50-3CE1B8840ACF}"/>
    <dgm:cxn modelId="{A47650C3-72BB-4628-B341-008C6D754CC4}" type="presOf" srcId="{B4D14D36-3073-4E7D-9C2B-276E727A4A00}" destId="{5450DF9E-E76B-4CBA-AF5E-D3B0BF5AE06E}" srcOrd="0" destOrd="4" presId="urn:microsoft.com/office/officeart/2005/8/layout/vList5"/>
    <dgm:cxn modelId="{54BAF6DA-10F7-403D-AF4A-1893245326DC}" type="presOf" srcId="{1F83A440-1F7B-4DA2-98C1-4F007AC19D46}" destId="{5450DF9E-E76B-4CBA-AF5E-D3B0BF5AE06E}" srcOrd="0" destOrd="1" presId="urn:microsoft.com/office/officeart/2005/8/layout/vList5"/>
    <dgm:cxn modelId="{BC050CDF-9706-4CA6-B3F9-93E41870E1C6}" srcId="{C97C131C-3F84-4C47-AB25-53F32F705EEE}" destId="{B4D14D36-3073-4E7D-9C2B-276E727A4A00}" srcOrd="0" destOrd="0" parTransId="{71B8B5B6-8834-4AA0-A9B2-C63BF73757AF}" sibTransId="{3C9F7765-775F-4E95-B257-45C367392669}"/>
    <dgm:cxn modelId="{37A5BBE1-EEB4-442B-B947-19C665BD4319}" srcId="{495F97D1-97CF-4C7F-887E-4A413CDEED70}" destId="{313A881F-EA28-43C2-A9AF-10E4C0A8D7CB}" srcOrd="0" destOrd="0" parTransId="{BFDCB2FC-C445-45C4-A4BF-59EB4F6346EE}" sibTransId="{84895599-8EBB-414D-B08D-8AF879027120}"/>
    <dgm:cxn modelId="{5E94B4EB-5F4C-409E-896B-D98202EAE48B}" type="presOf" srcId="{313A881F-EA28-43C2-A9AF-10E4C0A8D7CB}" destId="{5450DF9E-E76B-4CBA-AF5E-D3B0BF5AE06E}" srcOrd="0" destOrd="0" presId="urn:microsoft.com/office/officeart/2005/8/layout/vList5"/>
    <dgm:cxn modelId="{C117ADED-C75A-4A96-8D89-76F3AEADA0B6}" type="presOf" srcId="{70C0717C-381F-4398-A737-3DA243D9C0A6}" destId="{5450DF9E-E76B-4CBA-AF5E-D3B0BF5AE06E}" srcOrd="0" destOrd="2" presId="urn:microsoft.com/office/officeart/2005/8/layout/vList5"/>
    <dgm:cxn modelId="{B2D1C9F7-2C6F-4F2C-A507-C68DAE7EE294}" type="presOf" srcId="{27C4D8DE-FDBB-4A85-972C-FFDD2691CF27}" destId="{0D36E049-389F-426D-960B-E992B5713C1F}" srcOrd="0" destOrd="0" presId="urn:microsoft.com/office/officeart/2005/8/layout/vList5"/>
    <dgm:cxn modelId="{394FEBCA-4ECC-43F3-93E8-96218CF45A66}" type="presParOf" srcId="{0D36E049-389F-426D-960B-E992B5713C1F}" destId="{E243BEDC-BA0C-403A-8AFF-AD08002E2E09}" srcOrd="0" destOrd="0" presId="urn:microsoft.com/office/officeart/2005/8/layout/vList5"/>
    <dgm:cxn modelId="{F89066F1-BC7B-4964-8DA6-AC1D5DB96771}" type="presParOf" srcId="{E243BEDC-BA0C-403A-8AFF-AD08002E2E09}" destId="{61F7FC16-E161-4BD7-8547-9AD7A3615229}" srcOrd="0" destOrd="0" presId="urn:microsoft.com/office/officeart/2005/8/layout/vList5"/>
    <dgm:cxn modelId="{66C3A6C2-F79D-4624-9DFA-0CE578BF14F6}" type="presParOf" srcId="{E243BEDC-BA0C-403A-8AFF-AD08002E2E09}" destId="{5450DF9E-E76B-4CBA-AF5E-D3B0BF5AE06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7C4D8DE-FDBB-4A85-972C-FFDD2691CF27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95F97D1-97CF-4C7F-887E-4A413CDEED7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700" dirty="0" err="1">
              <a:solidFill>
                <a:schemeClr val="bg1"/>
              </a:solidFill>
            </a:rPr>
            <a:t>xCAT</a:t>
          </a:r>
          <a:r>
            <a:rPr lang="en-US" sz="1700" dirty="0">
              <a:solidFill>
                <a:schemeClr val="bg1"/>
              </a:solidFill>
            </a:rPr>
            <a:t> Configuration Files:</a:t>
          </a:r>
        </a:p>
      </dgm:t>
    </dgm:pt>
    <dgm:pt modelId="{904409B9-4CAE-499C-937E-F69086CDE678}" type="parTrans" cxnId="{43AB582C-2441-402C-A874-AC05828F1984}">
      <dgm:prSet/>
      <dgm:spPr/>
      <dgm:t>
        <a:bodyPr/>
        <a:lstStyle/>
        <a:p>
          <a:endParaRPr lang="en-US"/>
        </a:p>
      </dgm:t>
    </dgm:pt>
    <dgm:pt modelId="{776C93FD-2BF3-4076-ABEC-E22A1D75CF4F}" type="sibTrans" cxnId="{43AB582C-2441-402C-A874-AC05828F1984}">
      <dgm:prSet/>
      <dgm:spPr/>
      <dgm:t>
        <a:bodyPr/>
        <a:lstStyle/>
        <a:p>
          <a:endParaRPr lang="en-US"/>
        </a:p>
      </dgm:t>
    </dgm:pt>
    <dgm:pt modelId="{1F83A440-1F7B-4DA2-98C1-4F007AC19D46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 err="1">
              <a:solidFill>
                <a:schemeClr val="accent1">
                  <a:lumMod val="75000"/>
                </a:schemeClr>
              </a:solidFill>
            </a:rPr>
            <a:t>Lustre</a:t>
          </a:r>
          <a:r>
            <a:rPr lang="en-US" sz="1400" dirty="0">
              <a:solidFill>
                <a:schemeClr val="accent1">
                  <a:lumMod val="75000"/>
                </a:schemeClr>
              </a:solidFill>
            </a:rPr>
            <a:t> Location: /home/share/</a:t>
          </a:r>
          <a:r>
            <a:rPr lang="en-US" sz="1400" dirty="0" err="1">
              <a:solidFill>
                <a:schemeClr val="accent1">
                  <a:lumMod val="75000"/>
                </a:schemeClr>
              </a:solidFill>
            </a:rPr>
            <a:t>xCAT</a:t>
          </a:r>
          <a:r>
            <a:rPr lang="en-US" sz="1400" dirty="0">
              <a:solidFill>
                <a:schemeClr val="accent1">
                  <a:lumMod val="75000"/>
                </a:schemeClr>
              </a:solidFill>
            </a:rPr>
            <a:t>/2.13.3/</a:t>
          </a:r>
          <a:r>
            <a:rPr lang="en-US" sz="1400" dirty="0" err="1">
              <a:solidFill>
                <a:schemeClr val="accent1">
                  <a:lumMod val="75000"/>
                </a:schemeClr>
              </a:solidFill>
            </a:rPr>
            <a:t>etc</a:t>
          </a:r>
          <a:r>
            <a:rPr lang="en-US" sz="1400" dirty="0">
              <a:solidFill>
                <a:schemeClr val="accent1">
                  <a:lumMod val="75000"/>
                </a:schemeClr>
              </a:solidFill>
            </a:rPr>
            <a:t>/</a:t>
          </a:r>
          <a:r>
            <a:rPr lang="en-US" sz="1400" dirty="0" err="1">
              <a:solidFill>
                <a:schemeClr val="accent1">
                  <a:lumMod val="75000"/>
                </a:schemeClr>
              </a:solidFill>
            </a:rPr>
            <a:t>xcat</a:t>
          </a:r>
          <a:endParaRPr lang="en-US" sz="1400" dirty="0"/>
        </a:p>
      </dgm:t>
    </dgm:pt>
    <dgm:pt modelId="{9E7CBAAC-B818-4F79-8811-8870464CD3F9}" type="parTrans" cxnId="{D428E90F-C26E-4ED6-B9E6-8295F4B0689E}">
      <dgm:prSet/>
      <dgm:spPr/>
      <dgm:t>
        <a:bodyPr/>
        <a:lstStyle/>
        <a:p>
          <a:endParaRPr lang="en-US"/>
        </a:p>
      </dgm:t>
    </dgm:pt>
    <dgm:pt modelId="{A9EA52C8-0DE7-4FCA-AEAB-3C2D19B0CD3D}" type="sibTrans" cxnId="{D428E90F-C26E-4ED6-B9E6-8295F4B0689E}">
      <dgm:prSet/>
      <dgm:spPr/>
      <dgm:t>
        <a:bodyPr/>
        <a:lstStyle/>
        <a:p>
          <a:endParaRPr lang="en-US"/>
        </a:p>
      </dgm:t>
    </dgm:pt>
    <dgm:pt modelId="{C97C131C-3F84-4C47-AB25-53F32F705EEE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 err="1"/>
            <a:t>xCAT</a:t>
          </a:r>
          <a:r>
            <a:rPr lang="en-US" sz="1400" dirty="0"/>
            <a:t> configurations are stored in multiple tables on the SQLite DB – located under /</a:t>
          </a:r>
          <a:r>
            <a:rPr lang="en-US" sz="1400" dirty="0" err="1"/>
            <a:t>etc</a:t>
          </a:r>
          <a:r>
            <a:rPr lang="en-US" sz="1400" dirty="0"/>
            <a:t>/</a:t>
          </a:r>
          <a:r>
            <a:rPr lang="en-US" sz="1400" dirty="0" err="1"/>
            <a:t>xcat</a:t>
          </a:r>
          <a:r>
            <a:rPr lang="en-US" sz="1400" dirty="0"/>
            <a:t> (mount from </a:t>
          </a:r>
          <a:r>
            <a:rPr lang="en-US" sz="1400" dirty="0" err="1"/>
            <a:t>lustre</a:t>
          </a:r>
          <a:r>
            <a:rPr lang="en-US" sz="1400" dirty="0"/>
            <a:t>)</a:t>
          </a:r>
        </a:p>
      </dgm:t>
    </dgm:pt>
    <dgm:pt modelId="{751F0268-1710-4DB8-949B-9625CFA71067}" type="parTrans" cxnId="{B8ECF241-C724-4979-A8AC-147503DA6D5B}">
      <dgm:prSet/>
      <dgm:spPr/>
      <dgm:t>
        <a:bodyPr/>
        <a:lstStyle/>
        <a:p>
          <a:endParaRPr lang="en-US"/>
        </a:p>
      </dgm:t>
    </dgm:pt>
    <dgm:pt modelId="{9922ECAD-5B73-45A9-A14C-2BAC9FE94A73}" type="sibTrans" cxnId="{B8ECF241-C724-4979-A8AC-147503DA6D5B}">
      <dgm:prSet/>
      <dgm:spPr/>
      <dgm:t>
        <a:bodyPr/>
        <a:lstStyle/>
        <a:p>
          <a:endParaRPr lang="en-US"/>
        </a:p>
      </dgm:t>
    </dgm:pt>
    <dgm:pt modelId="{D99828AC-5FD7-48B4-844B-84BE81B64CFC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sz="1400" dirty="0"/>
        </a:p>
      </dgm:t>
    </dgm:pt>
    <dgm:pt modelId="{AF92D9E7-6668-491F-9CCA-17BD1FB57873}" type="parTrans" cxnId="{30F207D8-DEB9-4340-B8C7-44B0A0CFEE2F}">
      <dgm:prSet/>
      <dgm:spPr/>
      <dgm:t>
        <a:bodyPr/>
        <a:lstStyle/>
        <a:p>
          <a:endParaRPr lang="en-US"/>
        </a:p>
      </dgm:t>
    </dgm:pt>
    <dgm:pt modelId="{4E7755B6-1685-4ECA-A375-61CE6D0F4141}" type="sibTrans" cxnId="{30F207D8-DEB9-4340-B8C7-44B0A0CFEE2F}">
      <dgm:prSet/>
      <dgm:spPr/>
      <dgm:t>
        <a:bodyPr/>
        <a:lstStyle/>
        <a:p>
          <a:endParaRPr lang="en-US"/>
        </a:p>
      </dgm:t>
    </dgm:pt>
    <dgm:pt modelId="{0D36E049-389F-426D-960B-E992B5713C1F}" type="pres">
      <dgm:prSet presAssocID="{27C4D8DE-FDBB-4A85-972C-FFDD2691CF27}" presName="Name0" presStyleCnt="0">
        <dgm:presLayoutVars>
          <dgm:dir/>
          <dgm:animLvl val="lvl"/>
          <dgm:resizeHandles val="exact"/>
        </dgm:presLayoutVars>
      </dgm:prSet>
      <dgm:spPr/>
    </dgm:pt>
    <dgm:pt modelId="{E243BEDC-BA0C-403A-8AFF-AD08002E2E09}" type="pres">
      <dgm:prSet presAssocID="{495F97D1-97CF-4C7F-887E-4A413CDEED70}" presName="linNode" presStyleCnt="0"/>
      <dgm:spPr/>
    </dgm:pt>
    <dgm:pt modelId="{61F7FC16-E161-4BD7-8547-9AD7A3615229}" type="pres">
      <dgm:prSet presAssocID="{495F97D1-97CF-4C7F-887E-4A413CDEED70}" presName="parentText" presStyleLbl="node1" presStyleIdx="0" presStyleCnt="1" custScaleY="96560" custLinFactNeighborX="796">
        <dgm:presLayoutVars>
          <dgm:chMax val="1"/>
          <dgm:bulletEnabled val="1"/>
        </dgm:presLayoutVars>
      </dgm:prSet>
      <dgm:spPr/>
    </dgm:pt>
    <dgm:pt modelId="{5450DF9E-E76B-4CBA-AF5E-D3B0BF5AE06E}" type="pres">
      <dgm:prSet presAssocID="{495F97D1-97CF-4C7F-887E-4A413CDEED70}" presName="descendantText" presStyleLbl="alignAccFollowNode1" presStyleIdx="0" presStyleCnt="1" custScaleY="115214" custLinFactNeighborX="1416">
        <dgm:presLayoutVars>
          <dgm:bulletEnabled val="1"/>
        </dgm:presLayoutVars>
      </dgm:prSet>
      <dgm:spPr/>
    </dgm:pt>
  </dgm:ptLst>
  <dgm:cxnLst>
    <dgm:cxn modelId="{4D7B0203-C909-4065-A747-B4CD946CEBF8}" type="presOf" srcId="{495F97D1-97CF-4C7F-887E-4A413CDEED70}" destId="{61F7FC16-E161-4BD7-8547-9AD7A3615229}" srcOrd="0" destOrd="0" presId="urn:microsoft.com/office/officeart/2005/8/layout/vList5"/>
    <dgm:cxn modelId="{D428E90F-C26E-4ED6-B9E6-8295F4B0689E}" srcId="{495F97D1-97CF-4C7F-887E-4A413CDEED70}" destId="{1F83A440-1F7B-4DA2-98C1-4F007AC19D46}" srcOrd="0" destOrd="0" parTransId="{9E7CBAAC-B818-4F79-8811-8870464CD3F9}" sibTransId="{A9EA52C8-0DE7-4FCA-AEAB-3C2D19B0CD3D}"/>
    <dgm:cxn modelId="{670A6023-0590-4FAB-80C3-17924B0D7855}" type="presOf" srcId="{C97C131C-3F84-4C47-AB25-53F32F705EEE}" destId="{5450DF9E-E76B-4CBA-AF5E-D3B0BF5AE06E}" srcOrd="0" destOrd="1" presId="urn:microsoft.com/office/officeart/2005/8/layout/vList5"/>
    <dgm:cxn modelId="{43AB582C-2441-402C-A874-AC05828F1984}" srcId="{27C4D8DE-FDBB-4A85-972C-FFDD2691CF27}" destId="{495F97D1-97CF-4C7F-887E-4A413CDEED70}" srcOrd="0" destOrd="0" parTransId="{904409B9-4CAE-499C-937E-F69086CDE678}" sibTransId="{776C93FD-2BF3-4076-ABEC-E22A1D75CF4F}"/>
    <dgm:cxn modelId="{B8ECF241-C724-4979-A8AC-147503DA6D5B}" srcId="{495F97D1-97CF-4C7F-887E-4A413CDEED70}" destId="{C97C131C-3F84-4C47-AB25-53F32F705EEE}" srcOrd="1" destOrd="0" parTransId="{751F0268-1710-4DB8-949B-9625CFA71067}" sibTransId="{9922ECAD-5B73-45A9-A14C-2BAC9FE94A73}"/>
    <dgm:cxn modelId="{23F5EFBF-ED2D-4372-B1E4-5C7D4A4D0CE0}" type="presOf" srcId="{D99828AC-5FD7-48B4-844B-84BE81B64CFC}" destId="{5450DF9E-E76B-4CBA-AF5E-D3B0BF5AE06E}" srcOrd="0" destOrd="2" presId="urn:microsoft.com/office/officeart/2005/8/layout/vList5"/>
    <dgm:cxn modelId="{30F207D8-DEB9-4340-B8C7-44B0A0CFEE2F}" srcId="{C97C131C-3F84-4C47-AB25-53F32F705EEE}" destId="{D99828AC-5FD7-48B4-844B-84BE81B64CFC}" srcOrd="0" destOrd="0" parTransId="{AF92D9E7-6668-491F-9CCA-17BD1FB57873}" sibTransId="{4E7755B6-1685-4ECA-A375-61CE6D0F4141}"/>
    <dgm:cxn modelId="{54BAF6DA-10F7-403D-AF4A-1893245326DC}" type="presOf" srcId="{1F83A440-1F7B-4DA2-98C1-4F007AC19D46}" destId="{5450DF9E-E76B-4CBA-AF5E-D3B0BF5AE06E}" srcOrd="0" destOrd="0" presId="urn:microsoft.com/office/officeart/2005/8/layout/vList5"/>
    <dgm:cxn modelId="{B2D1C9F7-2C6F-4F2C-A507-C68DAE7EE294}" type="presOf" srcId="{27C4D8DE-FDBB-4A85-972C-FFDD2691CF27}" destId="{0D36E049-389F-426D-960B-E992B5713C1F}" srcOrd="0" destOrd="0" presId="urn:microsoft.com/office/officeart/2005/8/layout/vList5"/>
    <dgm:cxn modelId="{394FEBCA-4ECC-43F3-93E8-96218CF45A66}" type="presParOf" srcId="{0D36E049-389F-426D-960B-E992B5713C1F}" destId="{E243BEDC-BA0C-403A-8AFF-AD08002E2E09}" srcOrd="0" destOrd="0" presId="urn:microsoft.com/office/officeart/2005/8/layout/vList5"/>
    <dgm:cxn modelId="{F89066F1-BC7B-4964-8DA6-AC1D5DB96771}" type="presParOf" srcId="{E243BEDC-BA0C-403A-8AFF-AD08002E2E09}" destId="{61F7FC16-E161-4BD7-8547-9AD7A3615229}" srcOrd="0" destOrd="0" presId="urn:microsoft.com/office/officeart/2005/8/layout/vList5"/>
    <dgm:cxn modelId="{66C3A6C2-F79D-4624-9DFA-0CE578BF14F6}" type="presParOf" srcId="{E243BEDC-BA0C-403A-8AFF-AD08002E2E09}" destId="{5450DF9E-E76B-4CBA-AF5E-D3B0BF5AE06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7C4D8DE-FDBB-4A85-972C-FFDD2691CF27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95F97D1-97CF-4C7F-887E-4A413CDEED7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700" dirty="0" err="1">
              <a:solidFill>
                <a:schemeClr val="bg1"/>
              </a:solidFill>
            </a:rPr>
            <a:t>xCAT</a:t>
          </a:r>
          <a:r>
            <a:rPr lang="en-US" sz="1700" dirty="0">
              <a:solidFill>
                <a:schemeClr val="bg1"/>
              </a:solidFill>
            </a:rPr>
            <a:t> Basic Concepts:</a:t>
          </a:r>
        </a:p>
      </dgm:t>
    </dgm:pt>
    <dgm:pt modelId="{904409B9-4CAE-499C-937E-F69086CDE678}" type="parTrans" cxnId="{43AB582C-2441-402C-A874-AC05828F1984}">
      <dgm:prSet/>
      <dgm:spPr/>
      <dgm:t>
        <a:bodyPr/>
        <a:lstStyle/>
        <a:p>
          <a:endParaRPr lang="en-US"/>
        </a:p>
      </dgm:t>
    </dgm:pt>
    <dgm:pt modelId="{776C93FD-2BF3-4076-ABEC-E22A1D75CF4F}" type="sibTrans" cxnId="{43AB582C-2441-402C-A874-AC05828F1984}">
      <dgm:prSet/>
      <dgm:spPr/>
      <dgm:t>
        <a:bodyPr/>
        <a:lstStyle/>
        <a:p>
          <a:endParaRPr lang="en-US"/>
        </a:p>
      </dgm:t>
    </dgm:pt>
    <dgm:pt modelId="{1F83A440-1F7B-4DA2-98C1-4F007AC19D46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 err="1"/>
            <a:t>xCAT</a:t>
          </a:r>
          <a:r>
            <a:rPr lang="en-US" sz="1400" dirty="0"/>
            <a:t> Objects (has 20 Types): most important are node, group, </a:t>
          </a:r>
          <a:r>
            <a:rPr lang="en-US" sz="1400" dirty="0" err="1"/>
            <a:t>osimage</a:t>
          </a:r>
          <a:r>
            <a:rPr lang="en-US" sz="1400" dirty="0"/>
            <a:t> objects</a:t>
          </a:r>
        </a:p>
      </dgm:t>
    </dgm:pt>
    <dgm:pt modelId="{9E7CBAAC-B818-4F79-8811-8870464CD3F9}" type="parTrans" cxnId="{D428E90F-C26E-4ED6-B9E6-8295F4B0689E}">
      <dgm:prSet/>
      <dgm:spPr/>
      <dgm:t>
        <a:bodyPr/>
        <a:lstStyle/>
        <a:p>
          <a:endParaRPr lang="en-US"/>
        </a:p>
      </dgm:t>
    </dgm:pt>
    <dgm:pt modelId="{A9EA52C8-0DE7-4FCA-AEAB-3C2D19B0CD3D}" type="sibTrans" cxnId="{D428E90F-C26E-4ED6-B9E6-8295F4B0689E}">
      <dgm:prSet/>
      <dgm:spPr/>
      <dgm:t>
        <a:bodyPr/>
        <a:lstStyle/>
        <a:p>
          <a:endParaRPr lang="en-US"/>
        </a:p>
      </dgm:t>
    </dgm:pt>
    <dgm:pt modelId="{881A6E3B-CAC0-4114-8656-9051B4CD4CA9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/>
            <a:t>Global Configuration: some configuration must be set before starting using </a:t>
          </a:r>
          <a:r>
            <a:rPr lang="en-US" sz="1400" dirty="0" err="1"/>
            <a:t>xCAT</a:t>
          </a:r>
          <a:r>
            <a:rPr lang="en-US" sz="1400" dirty="0"/>
            <a:t> on the site, policy, passwd and networks table</a:t>
          </a:r>
        </a:p>
      </dgm:t>
    </dgm:pt>
    <dgm:pt modelId="{0A5ACC2B-80C5-4D87-9D1F-D5EF8D518D96}" type="parTrans" cxnId="{E9E60449-0325-410A-B34C-467D19E7B797}">
      <dgm:prSet/>
      <dgm:spPr/>
      <dgm:t>
        <a:bodyPr/>
        <a:lstStyle/>
        <a:p>
          <a:endParaRPr lang="en-US"/>
        </a:p>
      </dgm:t>
    </dgm:pt>
    <dgm:pt modelId="{15CE570A-E09A-4C3C-BC34-EA7191CC7500}" type="sibTrans" cxnId="{E9E60449-0325-410A-B34C-467D19E7B797}">
      <dgm:prSet/>
      <dgm:spPr/>
      <dgm:t>
        <a:bodyPr/>
        <a:lstStyle/>
        <a:p>
          <a:endParaRPr lang="en-US"/>
        </a:p>
      </dgm:t>
    </dgm:pt>
    <dgm:pt modelId="{8080095A-78A5-44F2-A105-0881EFEC47DA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 err="1"/>
            <a:t>xCAT</a:t>
          </a:r>
          <a:r>
            <a:rPr lang="en-US" sz="1400" dirty="0"/>
            <a:t> Network: requires understanding of the network in order to be able to centrally managed the servers remotely</a:t>
          </a:r>
        </a:p>
      </dgm:t>
    </dgm:pt>
    <dgm:pt modelId="{3A9CC896-7B17-4166-8DB1-BE4857780BCC}" type="parTrans" cxnId="{7521F1FD-BE94-494B-9AC2-B129C49C3FBC}">
      <dgm:prSet/>
      <dgm:spPr/>
      <dgm:t>
        <a:bodyPr/>
        <a:lstStyle/>
        <a:p>
          <a:endParaRPr lang="en-US"/>
        </a:p>
      </dgm:t>
    </dgm:pt>
    <dgm:pt modelId="{045ED97A-87AE-4E44-B937-B81F3DE27621}" type="sibTrans" cxnId="{7521F1FD-BE94-494B-9AC2-B129C49C3FBC}">
      <dgm:prSet/>
      <dgm:spPr/>
      <dgm:t>
        <a:bodyPr/>
        <a:lstStyle/>
        <a:p>
          <a:endParaRPr lang="en-US"/>
        </a:p>
      </dgm:t>
    </dgm:pt>
    <dgm:pt modelId="{410191B3-0D81-4177-AA5A-96DBA8281121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 err="1"/>
            <a:t>xCAT</a:t>
          </a:r>
          <a:r>
            <a:rPr lang="en-US" sz="1400" dirty="0"/>
            <a:t> Database: All data for the </a:t>
          </a:r>
          <a:r>
            <a:rPr lang="en-US" sz="1400" dirty="0" err="1"/>
            <a:t>xCAT</a:t>
          </a:r>
          <a:r>
            <a:rPr lang="en-US" sz="1400" dirty="0"/>
            <a:t> Objects and global configuration are stored in </a:t>
          </a:r>
          <a:r>
            <a:rPr lang="en-US" sz="1400" dirty="0" err="1"/>
            <a:t>xCAT</a:t>
          </a:r>
          <a:r>
            <a:rPr lang="en-US" sz="1400" dirty="0"/>
            <a:t> Database</a:t>
          </a:r>
        </a:p>
      </dgm:t>
    </dgm:pt>
    <dgm:pt modelId="{E8237125-C1DC-400D-A406-2247758D727A}" type="parTrans" cxnId="{EAF5B9C1-B8C1-43CA-AFE3-61F9C100C314}">
      <dgm:prSet/>
      <dgm:spPr/>
      <dgm:t>
        <a:bodyPr/>
        <a:lstStyle/>
        <a:p>
          <a:endParaRPr lang="en-US"/>
        </a:p>
      </dgm:t>
    </dgm:pt>
    <dgm:pt modelId="{4B935CEE-063D-4454-BBCD-6CE5585FE4D2}" type="sibTrans" cxnId="{EAF5B9C1-B8C1-43CA-AFE3-61F9C100C314}">
      <dgm:prSet/>
      <dgm:spPr/>
      <dgm:t>
        <a:bodyPr/>
        <a:lstStyle/>
        <a:p>
          <a:endParaRPr lang="en-US"/>
        </a:p>
      </dgm:t>
    </dgm:pt>
    <dgm:pt modelId="{0D36E049-389F-426D-960B-E992B5713C1F}" type="pres">
      <dgm:prSet presAssocID="{27C4D8DE-FDBB-4A85-972C-FFDD2691CF27}" presName="Name0" presStyleCnt="0">
        <dgm:presLayoutVars>
          <dgm:dir/>
          <dgm:animLvl val="lvl"/>
          <dgm:resizeHandles val="exact"/>
        </dgm:presLayoutVars>
      </dgm:prSet>
      <dgm:spPr/>
    </dgm:pt>
    <dgm:pt modelId="{E243BEDC-BA0C-403A-8AFF-AD08002E2E09}" type="pres">
      <dgm:prSet presAssocID="{495F97D1-97CF-4C7F-887E-4A413CDEED70}" presName="linNode" presStyleCnt="0"/>
      <dgm:spPr/>
    </dgm:pt>
    <dgm:pt modelId="{61F7FC16-E161-4BD7-8547-9AD7A3615229}" type="pres">
      <dgm:prSet presAssocID="{495F97D1-97CF-4C7F-887E-4A413CDEED70}" presName="parentText" presStyleLbl="node1" presStyleIdx="0" presStyleCnt="1" custScaleY="96560" custLinFactNeighborX="796">
        <dgm:presLayoutVars>
          <dgm:chMax val="1"/>
          <dgm:bulletEnabled val="1"/>
        </dgm:presLayoutVars>
      </dgm:prSet>
      <dgm:spPr/>
    </dgm:pt>
    <dgm:pt modelId="{5450DF9E-E76B-4CBA-AF5E-D3B0BF5AE06E}" type="pres">
      <dgm:prSet presAssocID="{495F97D1-97CF-4C7F-887E-4A413CDEED70}" presName="descendantText" presStyleLbl="alignAccFollowNode1" presStyleIdx="0" presStyleCnt="1" custScaleX="134870" custScaleY="115214" custLinFactNeighborX="1416">
        <dgm:presLayoutVars>
          <dgm:bulletEnabled val="1"/>
        </dgm:presLayoutVars>
      </dgm:prSet>
      <dgm:spPr/>
    </dgm:pt>
  </dgm:ptLst>
  <dgm:cxnLst>
    <dgm:cxn modelId="{4D7B0203-C909-4065-A747-B4CD946CEBF8}" type="presOf" srcId="{495F97D1-97CF-4C7F-887E-4A413CDEED70}" destId="{61F7FC16-E161-4BD7-8547-9AD7A3615229}" srcOrd="0" destOrd="0" presId="urn:microsoft.com/office/officeart/2005/8/layout/vList5"/>
    <dgm:cxn modelId="{D428E90F-C26E-4ED6-B9E6-8295F4B0689E}" srcId="{495F97D1-97CF-4C7F-887E-4A413CDEED70}" destId="{1F83A440-1F7B-4DA2-98C1-4F007AC19D46}" srcOrd="0" destOrd="0" parTransId="{9E7CBAAC-B818-4F79-8811-8870464CD3F9}" sibTransId="{A9EA52C8-0DE7-4FCA-AEAB-3C2D19B0CD3D}"/>
    <dgm:cxn modelId="{43AB582C-2441-402C-A874-AC05828F1984}" srcId="{27C4D8DE-FDBB-4A85-972C-FFDD2691CF27}" destId="{495F97D1-97CF-4C7F-887E-4A413CDEED70}" srcOrd="0" destOrd="0" parTransId="{904409B9-4CAE-499C-937E-F69086CDE678}" sibTransId="{776C93FD-2BF3-4076-ABEC-E22A1D75CF4F}"/>
    <dgm:cxn modelId="{9AB3723E-A508-4407-B399-CE54CD202B4B}" type="presOf" srcId="{410191B3-0D81-4177-AA5A-96DBA8281121}" destId="{5450DF9E-E76B-4CBA-AF5E-D3B0BF5AE06E}" srcOrd="0" destOrd="2" presId="urn:microsoft.com/office/officeart/2005/8/layout/vList5"/>
    <dgm:cxn modelId="{E9E60449-0325-410A-B34C-467D19E7B797}" srcId="{495F97D1-97CF-4C7F-887E-4A413CDEED70}" destId="{881A6E3B-CAC0-4114-8656-9051B4CD4CA9}" srcOrd="1" destOrd="0" parTransId="{0A5ACC2B-80C5-4D87-9D1F-D5EF8D518D96}" sibTransId="{15CE570A-E09A-4C3C-BC34-EA7191CC7500}"/>
    <dgm:cxn modelId="{B16E3D7A-C6A1-4146-BF4E-57192804142B}" type="presOf" srcId="{881A6E3B-CAC0-4114-8656-9051B4CD4CA9}" destId="{5450DF9E-E76B-4CBA-AF5E-D3B0BF5AE06E}" srcOrd="0" destOrd="1" presId="urn:microsoft.com/office/officeart/2005/8/layout/vList5"/>
    <dgm:cxn modelId="{8D39C0C0-67BC-49CC-8DF2-F84074948187}" type="presOf" srcId="{8080095A-78A5-44F2-A105-0881EFEC47DA}" destId="{5450DF9E-E76B-4CBA-AF5E-D3B0BF5AE06E}" srcOrd="0" destOrd="3" presId="urn:microsoft.com/office/officeart/2005/8/layout/vList5"/>
    <dgm:cxn modelId="{EAF5B9C1-B8C1-43CA-AFE3-61F9C100C314}" srcId="{495F97D1-97CF-4C7F-887E-4A413CDEED70}" destId="{410191B3-0D81-4177-AA5A-96DBA8281121}" srcOrd="2" destOrd="0" parTransId="{E8237125-C1DC-400D-A406-2247758D727A}" sibTransId="{4B935CEE-063D-4454-BBCD-6CE5585FE4D2}"/>
    <dgm:cxn modelId="{54BAF6DA-10F7-403D-AF4A-1893245326DC}" type="presOf" srcId="{1F83A440-1F7B-4DA2-98C1-4F007AC19D46}" destId="{5450DF9E-E76B-4CBA-AF5E-D3B0BF5AE06E}" srcOrd="0" destOrd="0" presId="urn:microsoft.com/office/officeart/2005/8/layout/vList5"/>
    <dgm:cxn modelId="{B2D1C9F7-2C6F-4F2C-A507-C68DAE7EE294}" type="presOf" srcId="{27C4D8DE-FDBB-4A85-972C-FFDD2691CF27}" destId="{0D36E049-389F-426D-960B-E992B5713C1F}" srcOrd="0" destOrd="0" presId="urn:microsoft.com/office/officeart/2005/8/layout/vList5"/>
    <dgm:cxn modelId="{7521F1FD-BE94-494B-9AC2-B129C49C3FBC}" srcId="{495F97D1-97CF-4C7F-887E-4A413CDEED70}" destId="{8080095A-78A5-44F2-A105-0881EFEC47DA}" srcOrd="3" destOrd="0" parTransId="{3A9CC896-7B17-4166-8DB1-BE4857780BCC}" sibTransId="{045ED97A-87AE-4E44-B937-B81F3DE27621}"/>
    <dgm:cxn modelId="{394FEBCA-4ECC-43F3-93E8-96218CF45A66}" type="presParOf" srcId="{0D36E049-389F-426D-960B-E992B5713C1F}" destId="{E243BEDC-BA0C-403A-8AFF-AD08002E2E09}" srcOrd="0" destOrd="0" presId="urn:microsoft.com/office/officeart/2005/8/layout/vList5"/>
    <dgm:cxn modelId="{F89066F1-BC7B-4964-8DA6-AC1D5DB96771}" type="presParOf" srcId="{E243BEDC-BA0C-403A-8AFF-AD08002E2E09}" destId="{61F7FC16-E161-4BD7-8547-9AD7A3615229}" srcOrd="0" destOrd="0" presId="urn:microsoft.com/office/officeart/2005/8/layout/vList5"/>
    <dgm:cxn modelId="{66C3A6C2-F79D-4624-9DFA-0CE578BF14F6}" type="presParOf" srcId="{E243BEDC-BA0C-403A-8AFF-AD08002E2E09}" destId="{5450DF9E-E76B-4CBA-AF5E-D3B0BF5AE06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7C4D8DE-FDBB-4A85-972C-FFDD2691CF27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95F97D1-97CF-4C7F-887E-4A413CDEED7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700" dirty="0">
              <a:solidFill>
                <a:schemeClr val="bg1"/>
              </a:solidFill>
            </a:rPr>
            <a:t>Manipulate </a:t>
          </a:r>
        </a:p>
        <a:p>
          <a:pPr>
            <a:lnSpc>
              <a:spcPct val="100000"/>
            </a:lnSpc>
          </a:pPr>
          <a:r>
            <a:rPr lang="en-US" sz="1700" dirty="0" err="1">
              <a:solidFill>
                <a:schemeClr val="bg1"/>
              </a:solidFill>
            </a:rPr>
            <a:t>xCAT</a:t>
          </a:r>
          <a:r>
            <a:rPr lang="en-US" sz="1700" dirty="0">
              <a:solidFill>
                <a:schemeClr val="bg1"/>
              </a:solidFill>
            </a:rPr>
            <a:t> DB Tables:</a:t>
          </a:r>
        </a:p>
      </dgm:t>
    </dgm:pt>
    <dgm:pt modelId="{904409B9-4CAE-499C-937E-F69086CDE678}" type="parTrans" cxnId="{43AB582C-2441-402C-A874-AC05828F1984}">
      <dgm:prSet/>
      <dgm:spPr/>
      <dgm:t>
        <a:bodyPr/>
        <a:lstStyle/>
        <a:p>
          <a:endParaRPr lang="en-US"/>
        </a:p>
      </dgm:t>
    </dgm:pt>
    <dgm:pt modelId="{776C93FD-2BF3-4076-ABEC-E22A1D75CF4F}" type="sibTrans" cxnId="{43AB582C-2441-402C-A874-AC05828F1984}">
      <dgm:prSet/>
      <dgm:spPr/>
      <dgm:t>
        <a:bodyPr/>
        <a:lstStyle/>
        <a:p>
          <a:endParaRPr lang="en-US"/>
        </a:p>
      </dgm:t>
    </dgm:pt>
    <dgm:pt modelId="{1F83A440-1F7B-4DA2-98C1-4F007AC19D46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 err="1"/>
            <a:t>tabdump</a:t>
          </a:r>
          <a:r>
            <a:rPr lang="en-US" sz="1400" dirty="0"/>
            <a:t>: Display headers and all rows of table in CSV format</a:t>
          </a:r>
        </a:p>
      </dgm:t>
    </dgm:pt>
    <dgm:pt modelId="{9E7CBAAC-B818-4F79-8811-8870464CD3F9}" type="parTrans" cxnId="{D428E90F-C26E-4ED6-B9E6-8295F4B0689E}">
      <dgm:prSet/>
      <dgm:spPr/>
      <dgm:t>
        <a:bodyPr/>
        <a:lstStyle/>
        <a:p>
          <a:endParaRPr lang="en-US"/>
        </a:p>
      </dgm:t>
    </dgm:pt>
    <dgm:pt modelId="{A9EA52C8-0DE7-4FCA-AEAB-3C2D19B0CD3D}" type="sibTrans" cxnId="{D428E90F-C26E-4ED6-B9E6-8295F4B0689E}">
      <dgm:prSet/>
      <dgm:spPr/>
      <dgm:t>
        <a:bodyPr/>
        <a:lstStyle/>
        <a:p>
          <a:endParaRPr lang="en-US"/>
        </a:p>
      </dgm:t>
    </dgm:pt>
    <dgm:pt modelId="{6F77C7C9-4AEF-4AA1-B3D9-679C75ED67C5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 err="1"/>
            <a:t>tabedit</a:t>
          </a:r>
          <a:r>
            <a:rPr lang="en-US" sz="1400" dirty="0"/>
            <a:t>: Open table in edit mode in flat CSV format and save changes with :</a:t>
          </a:r>
          <a:r>
            <a:rPr lang="en-US" sz="1400" dirty="0" err="1"/>
            <a:t>wq</a:t>
          </a:r>
          <a:r>
            <a:rPr lang="en-US" sz="1400" dirty="0"/>
            <a:t> (like vi)</a:t>
          </a:r>
        </a:p>
      </dgm:t>
    </dgm:pt>
    <dgm:pt modelId="{ABE0B903-1FB0-41AE-B8A6-EBD068029674}" type="parTrans" cxnId="{B58EE75B-92FC-4DF8-9A5D-3977416F6373}">
      <dgm:prSet/>
      <dgm:spPr/>
      <dgm:t>
        <a:bodyPr/>
        <a:lstStyle/>
        <a:p>
          <a:endParaRPr lang="en-US"/>
        </a:p>
      </dgm:t>
    </dgm:pt>
    <dgm:pt modelId="{3836081D-7D51-430D-A3AE-0A388C6C80E0}" type="sibTrans" cxnId="{B58EE75B-92FC-4DF8-9A5D-3977416F6373}">
      <dgm:prSet/>
      <dgm:spPr/>
      <dgm:t>
        <a:bodyPr/>
        <a:lstStyle/>
        <a:p>
          <a:endParaRPr lang="en-US"/>
        </a:p>
      </dgm:t>
    </dgm:pt>
    <dgm:pt modelId="{B3C77E09-6F02-48BF-9F4E-AD26329E15BA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 err="1"/>
            <a:t>tabgrep</a:t>
          </a:r>
          <a:r>
            <a:rPr lang="en-US" sz="1400" dirty="0"/>
            <a:t>: List table names in which an entry for the given node appears</a:t>
          </a:r>
        </a:p>
      </dgm:t>
    </dgm:pt>
    <dgm:pt modelId="{65E02726-661A-4E24-BFC9-7D41567B699E}" type="parTrans" cxnId="{FDC69E56-D4F0-4D2E-A999-A6C78ACF920B}">
      <dgm:prSet/>
      <dgm:spPr/>
      <dgm:t>
        <a:bodyPr/>
        <a:lstStyle/>
        <a:p>
          <a:endParaRPr lang="en-US"/>
        </a:p>
      </dgm:t>
    </dgm:pt>
    <dgm:pt modelId="{182D51BE-DEC9-4946-AD35-80AA6B100FEC}" type="sibTrans" cxnId="{FDC69E56-D4F0-4D2E-A999-A6C78ACF920B}">
      <dgm:prSet/>
      <dgm:spPr/>
      <dgm:t>
        <a:bodyPr/>
        <a:lstStyle/>
        <a:p>
          <a:endParaRPr lang="en-US"/>
        </a:p>
      </dgm:t>
    </dgm:pt>
    <dgm:pt modelId="{9C37A192-85D3-4EC5-A357-2AEC5FE8A578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/>
            <a:t>Sample: </a:t>
          </a:r>
          <a:r>
            <a:rPr lang="en-US" sz="1400" dirty="0" err="1"/>
            <a:t>tabdump</a:t>
          </a:r>
          <a:r>
            <a:rPr lang="en-US" sz="1400" dirty="0"/>
            <a:t> site | </a:t>
          </a:r>
          <a:r>
            <a:rPr lang="en-US" sz="1400" dirty="0" err="1"/>
            <a:t>tabedit</a:t>
          </a:r>
          <a:r>
            <a:rPr lang="en-US" sz="1400" dirty="0"/>
            <a:t> site | </a:t>
          </a:r>
          <a:r>
            <a:rPr lang="en-US" sz="1400" dirty="0" err="1"/>
            <a:t>tabgrep</a:t>
          </a:r>
          <a:r>
            <a:rPr lang="en-US" sz="1400" dirty="0"/>
            <a:t> n055 | </a:t>
          </a:r>
          <a:r>
            <a:rPr lang="en-US" sz="1400" dirty="0" err="1"/>
            <a:t>chtab</a:t>
          </a:r>
          <a:r>
            <a:rPr lang="en-US" sz="1400" dirty="0"/>
            <a:t> node=node1 </a:t>
          </a:r>
          <a:r>
            <a:rPr lang="en-US" sz="1400" dirty="0" err="1"/>
            <a:t>nodelist.groups</a:t>
          </a:r>
          <a:r>
            <a:rPr lang="en-US" sz="1400" dirty="0"/>
            <a:t>=all</a:t>
          </a:r>
        </a:p>
      </dgm:t>
    </dgm:pt>
    <dgm:pt modelId="{E150BB46-4845-4DE2-B3D1-6196F343055F}" type="parTrans" cxnId="{C4B3B2C2-A9A4-4801-AF23-9500B41FE841}">
      <dgm:prSet/>
      <dgm:spPr/>
      <dgm:t>
        <a:bodyPr/>
        <a:lstStyle/>
        <a:p>
          <a:endParaRPr lang="en-US"/>
        </a:p>
      </dgm:t>
    </dgm:pt>
    <dgm:pt modelId="{A056B0EF-02C0-400C-9D7C-329D795B52BD}" type="sibTrans" cxnId="{C4B3B2C2-A9A4-4801-AF23-9500B41FE841}">
      <dgm:prSet/>
      <dgm:spPr/>
      <dgm:t>
        <a:bodyPr/>
        <a:lstStyle/>
        <a:p>
          <a:endParaRPr lang="en-US"/>
        </a:p>
      </dgm:t>
    </dgm:pt>
    <dgm:pt modelId="{CE3CA128-034A-40C0-A757-864BDE8ABF7F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b="0" dirty="0" err="1"/>
            <a:t>chtab</a:t>
          </a:r>
          <a:r>
            <a:rPr lang="en-US" sz="1400" b="0" dirty="0"/>
            <a:t>: Add/delete/update rows in the database tables</a:t>
          </a:r>
        </a:p>
      </dgm:t>
    </dgm:pt>
    <dgm:pt modelId="{611BFDF5-600A-4274-AEDF-3C68653A7D08}" type="parTrans" cxnId="{3774D1E5-F9B3-4AB6-8162-A5BC76A93DC1}">
      <dgm:prSet/>
      <dgm:spPr/>
      <dgm:t>
        <a:bodyPr/>
        <a:lstStyle/>
        <a:p>
          <a:endParaRPr lang="en-US"/>
        </a:p>
      </dgm:t>
    </dgm:pt>
    <dgm:pt modelId="{80D20B07-D2D2-4E2D-92A0-63C4E1365590}" type="sibTrans" cxnId="{3774D1E5-F9B3-4AB6-8162-A5BC76A93DC1}">
      <dgm:prSet/>
      <dgm:spPr/>
      <dgm:t>
        <a:bodyPr/>
        <a:lstStyle/>
        <a:p>
          <a:endParaRPr lang="en-US"/>
        </a:p>
      </dgm:t>
    </dgm:pt>
    <dgm:pt modelId="{0D36E049-389F-426D-960B-E992B5713C1F}" type="pres">
      <dgm:prSet presAssocID="{27C4D8DE-FDBB-4A85-972C-FFDD2691CF27}" presName="Name0" presStyleCnt="0">
        <dgm:presLayoutVars>
          <dgm:dir/>
          <dgm:animLvl val="lvl"/>
          <dgm:resizeHandles val="exact"/>
        </dgm:presLayoutVars>
      </dgm:prSet>
      <dgm:spPr/>
    </dgm:pt>
    <dgm:pt modelId="{E243BEDC-BA0C-403A-8AFF-AD08002E2E09}" type="pres">
      <dgm:prSet presAssocID="{495F97D1-97CF-4C7F-887E-4A413CDEED70}" presName="linNode" presStyleCnt="0"/>
      <dgm:spPr/>
    </dgm:pt>
    <dgm:pt modelId="{61F7FC16-E161-4BD7-8547-9AD7A3615229}" type="pres">
      <dgm:prSet presAssocID="{495F97D1-97CF-4C7F-887E-4A413CDEED70}" presName="parentText" presStyleLbl="node1" presStyleIdx="0" presStyleCnt="1" custScaleY="96560" custLinFactNeighborX="796">
        <dgm:presLayoutVars>
          <dgm:chMax val="1"/>
          <dgm:bulletEnabled val="1"/>
        </dgm:presLayoutVars>
      </dgm:prSet>
      <dgm:spPr/>
    </dgm:pt>
    <dgm:pt modelId="{5450DF9E-E76B-4CBA-AF5E-D3B0BF5AE06E}" type="pres">
      <dgm:prSet presAssocID="{495F97D1-97CF-4C7F-887E-4A413CDEED70}" presName="descendantText" presStyleLbl="alignAccFollowNode1" presStyleIdx="0" presStyleCnt="1" custScaleX="134870" custScaleY="115214" custLinFactNeighborX="1416">
        <dgm:presLayoutVars>
          <dgm:bulletEnabled val="1"/>
        </dgm:presLayoutVars>
      </dgm:prSet>
      <dgm:spPr/>
    </dgm:pt>
  </dgm:ptLst>
  <dgm:cxnLst>
    <dgm:cxn modelId="{4D7B0203-C909-4065-A747-B4CD946CEBF8}" type="presOf" srcId="{495F97D1-97CF-4C7F-887E-4A413CDEED70}" destId="{61F7FC16-E161-4BD7-8547-9AD7A3615229}" srcOrd="0" destOrd="0" presId="urn:microsoft.com/office/officeart/2005/8/layout/vList5"/>
    <dgm:cxn modelId="{D428E90F-C26E-4ED6-B9E6-8295F4B0689E}" srcId="{495F97D1-97CF-4C7F-887E-4A413CDEED70}" destId="{1F83A440-1F7B-4DA2-98C1-4F007AC19D46}" srcOrd="0" destOrd="0" parTransId="{9E7CBAAC-B818-4F79-8811-8870464CD3F9}" sibTransId="{A9EA52C8-0DE7-4FCA-AEAB-3C2D19B0CD3D}"/>
    <dgm:cxn modelId="{0EFD4024-B3B9-4ED2-B747-482318CDA037}" type="presOf" srcId="{9C37A192-85D3-4EC5-A357-2AEC5FE8A578}" destId="{5450DF9E-E76B-4CBA-AF5E-D3B0BF5AE06E}" srcOrd="0" destOrd="4" presId="urn:microsoft.com/office/officeart/2005/8/layout/vList5"/>
    <dgm:cxn modelId="{43AB582C-2441-402C-A874-AC05828F1984}" srcId="{27C4D8DE-FDBB-4A85-972C-FFDD2691CF27}" destId="{495F97D1-97CF-4C7F-887E-4A413CDEED70}" srcOrd="0" destOrd="0" parTransId="{904409B9-4CAE-499C-937E-F69086CDE678}" sibTransId="{776C93FD-2BF3-4076-ABEC-E22A1D75CF4F}"/>
    <dgm:cxn modelId="{B58EE75B-92FC-4DF8-9A5D-3977416F6373}" srcId="{495F97D1-97CF-4C7F-887E-4A413CDEED70}" destId="{6F77C7C9-4AEF-4AA1-B3D9-679C75ED67C5}" srcOrd="1" destOrd="0" parTransId="{ABE0B903-1FB0-41AE-B8A6-EBD068029674}" sibTransId="{3836081D-7D51-430D-A3AE-0A388C6C80E0}"/>
    <dgm:cxn modelId="{AC782A5F-3775-48C2-83B5-5519ED252975}" type="presOf" srcId="{6F77C7C9-4AEF-4AA1-B3D9-679C75ED67C5}" destId="{5450DF9E-E76B-4CBA-AF5E-D3B0BF5AE06E}" srcOrd="0" destOrd="1" presId="urn:microsoft.com/office/officeart/2005/8/layout/vList5"/>
    <dgm:cxn modelId="{1C320F6A-935A-4A83-81A9-F7604923B235}" type="presOf" srcId="{B3C77E09-6F02-48BF-9F4E-AD26329E15BA}" destId="{5450DF9E-E76B-4CBA-AF5E-D3B0BF5AE06E}" srcOrd="0" destOrd="3" presId="urn:microsoft.com/office/officeart/2005/8/layout/vList5"/>
    <dgm:cxn modelId="{FDC69E56-D4F0-4D2E-A999-A6C78ACF920B}" srcId="{495F97D1-97CF-4C7F-887E-4A413CDEED70}" destId="{B3C77E09-6F02-48BF-9F4E-AD26329E15BA}" srcOrd="3" destOrd="0" parTransId="{65E02726-661A-4E24-BFC9-7D41567B699E}" sibTransId="{182D51BE-DEC9-4946-AD35-80AA6B100FEC}"/>
    <dgm:cxn modelId="{C4B3B2C2-A9A4-4801-AF23-9500B41FE841}" srcId="{495F97D1-97CF-4C7F-887E-4A413CDEED70}" destId="{9C37A192-85D3-4EC5-A357-2AEC5FE8A578}" srcOrd="4" destOrd="0" parTransId="{E150BB46-4845-4DE2-B3D1-6196F343055F}" sibTransId="{A056B0EF-02C0-400C-9D7C-329D795B52BD}"/>
    <dgm:cxn modelId="{82E696D7-946D-4EA0-B606-4B94C198A1E7}" type="presOf" srcId="{CE3CA128-034A-40C0-A757-864BDE8ABF7F}" destId="{5450DF9E-E76B-4CBA-AF5E-D3B0BF5AE06E}" srcOrd="0" destOrd="2" presId="urn:microsoft.com/office/officeart/2005/8/layout/vList5"/>
    <dgm:cxn modelId="{54BAF6DA-10F7-403D-AF4A-1893245326DC}" type="presOf" srcId="{1F83A440-1F7B-4DA2-98C1-4F007AC19D46}" destId="{5450DF9E-E76B-4CBA-AF5E-D3B0BF5AE06E}" srcOrd="0" destOrd="0" presId="urn:microsoft.com/office/officeart/2005/8/layout/vList5"/>
    <dgm:cxn modelId="{3774D1E5-F9B3-4AB6-8162-A5BC76A93DC1}" srcId="{495F97D1-97CF-4C7F-887E-4A413CDEED70}" destId="{CE3CA128-034A-40C0-A757-864BDE8ABF7F}" srcOrd="2" destOrd="0" parTransId="{611BFDF5-600A-4274-AEDF-3C68653A7D08}" sibTransId="{80D20B07-D2D2-4E2D-92A0-63C4E1365590}"/>
    <dgm:cxn modelId="{B2D1C9F7-2C6F-4F2C-A507-C68DAE7EE294}" type="presOf" srcId="{27C4D8DE-FDBB-4A85-972C-FFDD2691CF27}" destId="{0D36E049-389F-426D-960B-E992B5713C1F}" srcOrd="0" destOrd="0" presId="urn:microsoft.com/office/officeart/2005/8/layout/vList5"/>
    <dgm:cxn modelId="{394FEBCA-4ECC-43F3-93E8-96218CF45A66}" type="presParOf" srcId="{0D36E049-389F-426D-960B-E992B5713C1F}" destId="{E243BEDC-BA0C-403A-8AFF-AD08002E2E09}" srcOrd="0" destOrd="0" presId="urn:microsoft.com/office/officeart/2005/8/layout/vList5"/>
    <dgm:cxn modelId="{F89066F1-BC7B-4964-8DA6-AC1D5DB96771}" type="presParOf" srcId="{E243BEDC-BA0C-403A-8AFF-AD08002E2E09}" destId="{61F7FC16-E161-4BD7-8547-9AD7A3615229}" srcOrd="0" destOrd="0" presId="urn:microsoft.com/office/officeart/2005/8/layout/vList5"/>
    <dgm:cxn modelId="{66C3A6C2-F79D-4624-9DFA-0CE578BF14F6}" type="presParOf" srcId="{E243BEDC-BA0C-403A-8AFF-AD08002E2E09}" destId="{5450DF9E-E76B-4CBA-AF5E-D3B0BF5AE06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7C4D8DE-FDBB-4A85-972C-FFDD2691CF27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95F97D1-97CF-4C7F-887E-4A413CDEED7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700" dirty="0">
              <a:solidFill>
                <a:schemeClr val="bg1"/>
              </a:solidFill>
            </a:rPr>
            <a:t>Global Configuration:</a:t>
          </a:r>
        </a:p>
      </dgm:t>
    </dgm:pt>
    <dgm:pt modelId="{904409B9-4CAE-499C-937E-F69086CDE678}" type="parTrans" cxnId="{43AB582C-2441-402C-A874-AC05828F1984}">
      <dgm:prSet/>
      <dgm:spPr/>
      <dgm:t>
        <a:bodyPr/>
        <a:lstStyle/>
        <a:p>
          <a:endParaRPr lang="en-US"/>
        </a:p>
      </dgm:t>
    </dgm:pt>
    <dgm:pt modelId="{776C93FD-2BF3-4076-ABEC-E22A1D75CF4F}" type="sibTrans" cxnId="{43AB582C-2441-402C-A874-AC05828F1984}">
      <dgm:prSet/>
      <dgm:spPr/>
      <dgm:t>
        <a:bodyPr/>
        <a:lstStyle/>
        <a:p>
          <a:endParaRPr lang="en-US"/>
        </a:p>
      </dgm:t>
    </dgm:pt>
    <dgm:pt modelId="{C56E054C-7DBB-45FA-9A50-7B5D2CF55D62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/>
            <a:t>site: Global settings for entire cluster (</a:t>
          </a:r>
          <a:r>
            <a:rPr lang="en-US" sz="1400" dirty="0" err="1"/>
            <a:t>tabdump</a:t>
          </a:r>
          <a:r>
            <a:rPr lang="en-US" sz="1400" dirty="0"/>
            <a:t> site)</a:t>
          </a:r>
        </a:p>
      </dgm:t>
    </dgm:pt>
    <dgm:pt modelId="{D88DF3EB-4DC3-49DC-AB18-5666645CC6D5}" type="parTrans" cxnId="{018F9EDC-C441-4AE0-BEA5-C01DEF30D297}">
      <dgm:prSet/>
      <dgm:spPr/>
      <dgm:t>
        <a:bodyPr/>
        <a:lstStyle/>
        <a:p>
          <a:endParaRPr lang="en-US"/>
        </a:p>
      </dgm:t>
    </dgm:pt>
    <dgm:pt modelId="{5D3F7A49-0C26-4D0A-99B8-9DBAF148B6F2}" type="sibTrans" cxnId="{018F9EDC-C441-4AE0-BEA5-C01DEF30D297}">
      <dgm:prSet/>
      <dgm:spPr/>
      <dgm:t>
        <a:bodyPr/>
        <a:lstStyle/>
        <a:p>
          <a:endParaRPr lang="en-US"/>
        </a:p>
      </dgm:t>
    </dgm:pt>
    <dgm:pt modelId="{7CF1A99A-F2B9-4064-9ED3-9006E407657E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/>
            <a:t>policy: Controls who has authority to run specific </a:t>
          </a:r>
          <a:r>
            <a:rPr lang="en-US" sz="1400" dirty="0" err="1"/>
            <a:t>xCAT</a:t>
          </a:r>
          <a:r>
            <a:rPr lang="en-US" sz="1400" dirty="0"/>
            <a:t> operations (ACL)</a:t>
          </a:r>
        </a:p>
      </dgm:t>
    </dgm:pt>
    <dgm:pt modelId="{50ADC2A9-E0F5-4977-BD7A-46AA7D11067C}" type="parTrans" cxnId="{BC219E10-5B01-405B-8652-47658475EE5C}">
      <dgm:prSet/>
      <dgm:spPr/>
      <dgm:t>
        <a:bodyPr/>
        <a:lstStyle/>
        <a:p>
          <a:endParaRPr lang="en-US"/>
        </a:p>
      </dgm:t>
    </dgm:pt>
    <dgm:pt modelId="{C6E8B953-725D-4707-B757-7AA2984E8FB2}" type="sibTrans" cxnId="{BC219E10-5B01-405B-8652-47658475EE5C}">
      <dgm:prSet/>
      <dgm:spPr/>
      <dgm:t>
        <a:bodyPr/>
        <a:lstStyle/>
        <a:p>
          <a:endParaRPr lang="en-US"/>
        </a:p>
      </dgm:t>
    </dgm:pt>
    <dgm:pt modelId="{3BF0F698-A9C6-406C-9DEA-9B2415D24B93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/>
            <a:t>passwd: Contains default </a:t>
          </a:r>
          <a:r>
            <a:rPr lang="en-US" sz="1400" dirty="0" err="1"/>
            <a:t>userids</a:t>
          </a:r>
          <a:r>
            <a:rPr lang="en-US" sz="1400" dirty="0"/>
            <a:t> and passwords for </a:t>
          </a:r>
          <a:r>
            <a:rPr lang="en-US" sz="1400" dirty="0" err="1"/>
            <a:t>xCAT</a:t>
          </a:r>
          <a:r>
            <a:rPr lang="en-US" sz="1400" dirty="0"/>
            <a:t> to access cluster components used during config/install and for SP (</a:t>
          </a:r>
          <a:r>
            <a:rPr lang="en-US" sz="1400" dirty="0" err="1"/>
            <a:t>bmc</a:t>
          </a:r>
          <a:r>
            <a:rPr lang="en-US" sz="1400" dirty="0"/>
            <a:t>)</a:t>
          </a:r>
        </a:p>
      </dgm:t>
    </dgm:pt>
    <dgm:pt modelId="{4B6B98C5-3BB7-419A-BD50-C60E4973DD42}" type="parTrans" cxnId="{BF01C3BD-F6C0-49E4-8D0F-81EEB6BC10E7}">
      <dgm:prSet/>
      <dgm:spPr/>
      <dgm:t>
        <a:bodyPr/>
        <a:lstStyle/>
        <a:p>
          <a:endParaRPr lang="en-US"/>
        </a:p>
      </dgm:t>
    </dgm:pt>
    <dgm:pt modelId="{293E375E-1A6F-44AC-813C-144D0F1D9E7F}" type="sibTrans" cxnId="{BF01C3BD-F6C0-49E4-8D0F-81EEB6BC10E7}">
      <dgm:prSet/>
      <dgm:spPr/>
      <dgm:t>
        <a:bodyPr/>
        <a:lstStyle/>
        <a:p>
          <a:endParaRPr lang="en-US"/>
        </a:p>
      </dgm:t>
    </dgm:pt>
    <dgm:pt modelId="{75F60DED-568C-462D-836C-6C6A53B79CF4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/>
            <a:t>networks: Contains the network definitions in the cluster</a:t>
          </a:r>
        </a:p>
      </dgm:t>
    </dgm:pt>
    <dgm:pt modelId="{0DDC64F3-3842-44AE-855D-9EE18288BECE}" type="parTrans" cxnId="{5534A3C1-723A-4E87-A1FB-5A94A437A15A}">
      <dgm:prSet/>
      <dgm:spPr/>
      <dgm:t>
        <a:bodyPr/>
        <a:lstStyle/>
        <a:p>
          <a:endParaRPr lang="en-US"/>
        </a:p>
      </dgm:t>
    </dgm:pt>
    <dgm:pt modelId="{B1A1DAA2-E63D-417D-88A1-D964119A2301}" type="sibTrans" cxnId="{5534A3C1-723A-4E87-A1FB-5A94A437A15A}">
      <dgm:prSet/>
      <dgm:spPr/>
      <dgm:t>
        <a:bodyPr/>
        <a:lstStyle/>
        <a:p>
          <a:endParaRPr lang="en-US"/>
        </a:p>
      </dgm:t>
    </dgm:pt>
    <dgm:pt modelId="{0D36E049-389F-426D-960B-E992B5713C1F}" type="pres">
      <dgm:prSet presAssocID="{27C4D8DE-FDBB-4A85-972C-FFDD2691CF27}" presName="Name0" presStyleCnt="0">
        <dgm:presLayoutVars>
          <dgm:dir/>
          <dgm:animLvl val="lvl"/>
          <dgm:resizeHandles val="exact"/>
        </dgm:presLayoutVars>
      </dgm:prSet>
      <dgm:spPr/>
    </dgm:pt>
    <dgm:pt modelId="{E243BEDC-BA0C-403A-8AFF-AD08002E2E09}" type="pres">
      <dgm:prSet presAssocID="{495F97D1-97CF-4C7F-887E-4A413CDEED70}" presName="linNode" presStyleCnt="0"/>
      <dgm:spPr/>
    </dgm:pt>
    <dgm:pt modelId="{61F7FC16-E161-4BD7-8547-9AD7A3615229}" type="pres">
      <dgm:prSet presAssocID="{495F97D1-97CF-4C7F-887E-4A413CDEED70}" presName="parentText" presStyleLbl="node1" presStyleIdx="0" presStyleCnt="1" custScaleY="96560" custLinFactNeighborX="796" custLinFactNeighborY="-4438">
        <dgm:presLayoutVars>
          <dgm:chMax val="1"/>
          <dgm:bulletEnabled val="1"/>
        </dgm:presLayoutVars>
      </dgm:prSet>
      <dgm:spPr/>
    </dgm:pt>
    <dgm:pt modelId="{5450DF9E-E76B-4CBA-AF5E-D3B0BF5AE06E}" type="pres">
      <dgm:prSet presAssocID="{495F97D1-97CF-4C7F-887E-4A413CDEED70}" presName="descendantText" presStyleLbl="alignAccFollowNode1" presStyleIdx="0" presStyleCnt="1" custScaleY="125122" custLinFactNeighborX="136" custLinFactNeighborY="1417">
        <dgm:presLayoutVars>
          <dgm:bulletEnabled val="1"/>
        </dgm:presLayoutVars>
      </dgm:prSet>
      <dgm:spPr/>
    </dgm:pt>
  </dgm:ptLst>
  <dgm:cxnLst>
    <dgm:cxn modelId="{4D7B0203-C909-4065-A747-B4CD946CEBF8}" type="presOf" srcId="{495F97D1-97CF-4C7F-887E-4A413CDEED70}" destId="{61F7FC16-E161-4BD7-8547-9AD7A3615229}" srcOrd="0" destOrd="0" presId="urn:microsoft.com/office/officeart/2005/8/layout/vList5"/>
    <dgm:cxn modelId="{8FAF1F06-5FEA-4267-A62D-1C9062DD0201}" type="presOf" srcId="{7CF1A99A-F2B9-4064-9ED3-9006E407657E}" destId="{5450DF9E-E76B-4CBA-AF5E-D3B0BF5AE06E}" srcOrd="0" destOrd="1" presId="urn:microsoft.com/office/officeart/2005/8/layout/vList5"/>
    <dgm:cxn modelId="{BC219E10-5B01-405B-8652-47658475EE5C}" srcId="{495F97D1-97CF-4C7F-887E-4A413CDEED70}" destId="{7CF1A99A-F2B9-4064-9ED3-9006E407657E}" srcOrd="1" destOrd="0" parTransId="{50ADC2A9-E0F5-4977-BD7A-46AA7D11067C}" sibTransId="{C6E8B953-725D-4707-B757-7AA2984E8FB2}"/>
    <dgm:cxn modelId="{43AB582C-2441-402C-A874-AC05828F1984}" srcId="{27C4D8DE-FDBB-4A85-972C-FFDD2691CF27}" destId="{495F97D1-97CF-4C7F-887E-4A413CDEED70}" srcOrd="0" destOrd="0" parTransId="{904409B9-4CAE-499C-937E-F69086CDE678}" sibTransId="{776C93FD-2BF3-4076-ABEC-E22A1D75CF4F}"/>
    <dgm:cxn modelId="{8293748E-4E02-40C8-BFED-324DBCE6ADAF}" type="presOf" srcId="{3BF0F698-A9C6-406C-9DEA-9B2415D24B93}" destId="{5450DF9E-E76B-4CBA-AF5E-D3B0BF5AE06E}" srcOrd="0" destOrd="2" presId="urn:microsoft.com/office/officeart/2005/8/layout/vList5"/>
    <dgm:cxn modelId="{D81235A9-3BD3-4022-9527-3E3CBB696A92}" type="presOf" srcId="{75F60DED-568C-462D-836C-6C6A53B79CF4}" destId="{5450DF9E-E76B-4CBA-AF5E-D3B0BF5AE06E}" srcOrd="0" destOrd="3" presId="urn:microsoft.com/office/officeart/2005/8/layout/vList5"/>
    <dgm:cxn modelId="{BF01C3BD-F6C0-49E4-8D0F-81EEB6BC10E7}" srcId="{495F97D1-97CF-4C7F-887E-4A413CDEED70}" destId="{3BF0F698-A9C6-406C-9DEA-9B2415D24B93}" srcOrd="2" destOrd="0" parTransId="{4B6B98C5-3BB7-419A-BD50-C60E4973DD42}" sibTransId="{293E375E-1A6F-44AC-813C-144D0F1D9E7F}"/>
    <dgm:cxn modelId="{5534A3C1-723A-4E87-A1FB-5A94A437A15A}" srcId="{495F97D1-97CF-4C7F-887E-4A413CDEED70}" destId="{75F60DED-568C-462D-836C-6C6A53B79CF4}" srcOrd="3" destOrd="0" parTransId="{0DDC64F3-3842-44AE-855D-9EE18288BECE}" sibTransId="{B1A1DAA2-E63D-417D-88A1-D964119A2301}"/>
    <dgm:cxn modelId="{B3203FDC-86A1-4696-B7E5-4FF22D09475A}" type="presOf" srcId="{C56E054C-7DBB-45FA-9A50-7B5D2CF55D62}" destId="{5450DF9E-E76B-4CBA-AF5E-D3B0BF5AE06E}" srcOrd="0" destOrd="0" presId="urn:microsoft.com/office/officeart/2005/8/layout/vList5"/>
    <dgm:cxn modelId="{018F9EDC-C441-4AE0-BEA5-C01DEF30D297}" srcId="{495F97D1-97CF-4C7F-887E-4A413CDEED70}" destId="{C56E054C-7DBB-45FA-9A50-7B5D2CF55D62}" srcOrd="0" destOrd="0" parTransId="{D88DF3EB-4DC3-49DC-AB18-5666645CC6D5}" sibTransId="{5D3F7A49-0C26-4D0A-99B8-9DBAF148B6F2}"/>
    <dgm:cxn modelId="{B2D1C9F7-2C6F-4F2C-A507-C68DAE7EE294}" type="presOf" srcId="{27C4D8DE-FDBB-4A85-972C-FFDD2691CF27}" destId="{0D36E049-389F-426D-960B-E992B5713C1F}" srcOrd="0" destOrd="0" presId="urn:microsoft.com/office/officeart/2005/8/layout/vList5"/>
    <dgm:cxn modelId="{394FEBCA-4ECC-43F3-93E8-96218CF45A66}" type="presParOf" srcId="{0D36E049-389F-426D-960B-E992B5713C1F}" destId="{E243BEDC-BA0C-403A-8AFF-AD08002E2E09}" srcOrd="0" destOrd="0" presId="urn:microsoft.com/office/officeart/2005/8/layout/vList5"/>
    <dgm:cxn modelId="{F89066F1-BC7B-4964-8DA6-AC1D5DB96771}" type="presParOf" srcId="{E243BEDC-BA0C-403A-8AFF-AD08002E2E09}" destId="{61F7FC16-E161-4BD7-8547-9AD7A3615229}" srcOrd="0" destOrd="0" presId="urn:microsoft.com/office/officeart/2005/8/layout/vList5"/>
    <dgm:cxn modelId="{66C3A6C2-F79D-4624-9DFA-0CE578BF14F6}" type="presParOf" srcId="{E243BEDC-BA0C-403A-8AFF-AD08002E2E09}" destId="{5450DF9E-E76B-4CBA-AF5E-D3B0BF5AE06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27C4D8DE-FDBB-4A85-972C-FFDD2691CF27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95F97D1-97CF-4C7F-887E-4A413CDEED7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700" dirty="0">
              <a:solidFill>
                <a:schemeClr val="bg1"/>
              </a:solidFill>
            </a:rPr>
            <a:t>Objects:</a:t>
          </a:r>
        </a:p>
      </dgm:t>
    </dgm:pt>
    <dgm:pt modelId="{904409B9-4CAE-499C-937E-F69086CDE678}" type="parTrans" cxnId="{43AB582C-2441-402C-A874-AC05828F1984}">
      <dgm:prSet/>
      <dgm:spPr/>
      <dgm:t>
        <a:bodyPr/>
        <a:lstStyle/>
        <a:p>
          <a:endParaRPr lang="en-US"/>
        </a:p>
      </dgm:t>
    </dgm:pt>
    <dgm:pt modelId="{776C93FD-2BF3-4076-ABEC-E22A1D75CF4F}" type="sibTrans" cxnId="{43AB582C-2441-402C-A874-AC05828F1984}">
      <dgm:prSet/>
      <dgm:spPr/>
      <dgm:t>
        <a:bodyPr/>
        <a:lstStyle/>
        <a:p>
          <a:endParaRPr lang="en-US"/>
        </a:p>
      </dgm:t>
    </dgm:pt>
    <dgm:pt modelId="{C56E054C-7DBB-45FA-9A50-7B5D2CF55D62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sz="1400" dirty="0" err="1">
              <a:solidFill>
                <a:schemeClr val="accent1">
                  <a:lumMod val="75000"/>
                </a:schemeClr>
              </a:solidFill>
            </a:rPr>
            <a:t>xCAT</a:t>
          </a:r>
          <a:r>
            <a:rPr lang="en-US" sz="1400" dirty="0">
              <a:solidFill>
                <a:schemeClr val="accent1">
                  <a:lumMod val="75000"/>
                </a:schemeClr>
              </a:solidFill>
            </a:rPr>
            <a:t> has 20 types of objects - most important are:</a:t>
          </a:r>
        </a:p>
      </dgm:t>
    </dgm:pt>
    <dgm:pt modelId="{D88DF3EB-4DC3-49DC-AB18-5666645CC6D5}" type="parTrans" cxnId="{018F9EDC-C441-4AE0-BEA5-C01DEF30D297}">
      <dgm:prSet/>
      <dgm:spPr/>
      <dgm:t>
        <a:bodyPr/>
        <a:lstStyle/>
        <a:p>
          <a:endParaRPr lang="en-US"/>
        </a:p>
      </dgm:t>
    </dgm:pt>
    <dgm:pt modelId="{5D3F7A49-0C26-4D0A-99B8-9DBAF148B6F2}" type="sibTrans" cxnId="{018F9EDC-C441-4AE0-BEA5-C01DEF30D297}">
      <dgm:prSet/>
      <dgm:spPr/>
      <dgm:t>
        <a:bodyPr/>
        <a:lstStyle/>
        <a:p>
          <a:endParaRPr lang="en-US"/>
        </a:p>
      </dgm:t>
    </dgm:pt>
    <dgm:pt modelId="{8CF0DC92-E480-4DBC-AD16-65B67D0A8771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sz="1400" dirty="0"/>
            <a:t>- Node Object: The </a:t>
          </a:r>
          <a:r>
            <a:rPr lang="en-US" sz="1400" b="0" dirty="0"/>
            <a:t>node</a:t>
          </a:r>
          <a:r>
            <a:rPr lang="en-US" sz="1400" dirty="0"/>
            <a:t> is the most important and used object in </a:t>
          </a:r>
          <a:r>
            <a:rPr lang="en-US" sz="1400" dirty="0" err="1"/>
            <a:t>xCAT</a:t>
          </a:r>
          <a:endParaRPr lang="en-US" sz="1400" dirty="0"/>
        </a:p>
      </dgm:t>
    </dgm:pt>
    <dgm:pt modelId="{60F6D81D-CA0C-4BCB-A185-C3F49D4F3E7A}" type="parTrans" cxnId="{A448809F-A04A-46B3-BFDA-25325CECFBF3}">
      <dgm:prSet/>
      <dgm:spPr/>
      <dgm:t>
        <a:bodyPr/>
        <a:lstStyle/>
        <a:p>
          <a:endParaRPr lang="en-US"/>
        </a:p>
      </dgm:t>
    </dgm:pt>
    <dgm:pt modelId="{36F7E2E6-34FB-49FE-9AA5-CAFE8CB4969A}" type="sibTrans" cxnId="{A448809F-A04A-46B3-BFDA-25325CECFBF3}">
      <dgm:prSet/>
      <dgm:spPr/>
      <dgm:t>
        <a:bodyPr/>
        <a:lstStyle/>
        <a:p>
          <a:endParaRPr lang="en-US"/>
        </a:p>
      </dgm:t>
    </dgm:pt>
    <dgm:pt modelId="{E9D8BE4F-192F-44E6-B27D-8A2FB3609861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sz="1400" dirty="0"/>
            <a:t>- Group Object: Includes multiple </a:t>
          </a:r>
          <a:r>
            <a:rPr lang="en-US" sz="1400" b="0" dirty="0"/>
            <a:t>node object, help handle</a:t>
          </a:r>
          <a:endParaRPr lang="en-US" sz="1400" dirty="0"/>
        </a:p>
      </dgm:t>
    </dgm:pt>
    <dgm:pt modelId="{08CD4DFD-482A-4AF1-8DC1-392171BDD2A0}" type="parTrans" cxnId="{2F405BCD-1BCE-484D-9712-800D6D7FD972}">
      <dgm:prSet/>
      <dgm:spPr/>
      <dgm:t>
        <a:bodyPr/>
        <a:lstStyle/>
        <a:p>
          <a:endParaRPr lang="en-US"/>
        </a:p>
      </dgm:t>
    </dgm:pt>
    <dgm:pt modelId="{DD005634-5AA8-437F-A739-15E305FF4E61}" type="sibTrans" cxnId="{2F405BCD-1BCE-484D-9712-800D6D7FD972}">
      <dgm:prSet/>
      <dgm:spPr/>
      <dgm:t>
        <a:bodyPr/>
        <a:lstStyle/>
        <a:p>
          <a:endParaRPr lang="en-US"/>
        </a:p>
      </dgm:t>
    </dgm:pt>
    <dgm:pt modelId="{5B8B1D10-BBDF-4210-BDF6-99AC00CF5906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sz="1400" dirty="0"/>
            <a:t>- </a:t>
          </a:r>
          <a:r>
            <a:rPr lang="en-US" sz="1400" dirty="0" err="1"/>
            <a:t>Osimage</a:t>
          </a:r>
          <a:r>
            <a:rPr lang="en-US" sz="1400" dirty="0"/>
            <a:t> Object: object represents Operating System which</a:t>
          </a:r>
        </a:p>
      </dgm:t>
    </dgm:pt>
    <dgm:pt modelId="{9A3EF9D7-BEEB-40B1-82E3-76B9AC986F40}" type="parTrans" cxnId="{EE5278F8-4B5F-467E-B59C-AAA3A70D87FA}">
      <dgm:prSet/>
      <dgm:spPr/>
      <dgm:t>
        <a:bodyPr/>
        <a:lstStyle/>
        <a:p>
          <a:endParaRPr lang="en-US"/>
        </a:p>
      </dgm:t>
    </dgm:pt>
    <dgm:pt modelId="{9718CC75-0680-4C9A-9A9E-B2E0363C1F10}" type="sibTrans" cxnId="{EE5278F8-4B5F-467E-B59C-AAA3A70D87FA}">
      <dgm:prSet/>
      <dgm:spPr/>
      <dgm:t>
        <a:bodyPr/>
        <a:lstStyle/>
        <a:p>
          <a:endParaRPr lang="en-US"/>
        </a:p>
      </dgm:t>
    </dgm:pt>
    <dgm:pt modelId="{A9298C5E-41DE-4488-8D0A-FE43D8E1C847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sz="1400" b="0" dirty="0"/>
            <a:t>multiple nodes via group. Node Inherit attributes from group</a:t>
          </a:r>
          <a:endParaRPr lang="en-US" sz="1400" dirty="0"/>
        </a:p>
      </dgm:t>
    </dgm:pt>
    <dgm:pt modelId="{E24992ED-DC06-4038-BFA7-4B084345DF9E}" type="parTrans" cxnId="{093BDEED-D2A8-4A2F-B9B6-450FDB6DC117}">
      <dgm:prSet/>
      <dgm:spPr/>
      <dgm:t>
        <a:bodyPr/>
        <a:lstStyle/>
        <a:p>
          <a:endParaRPr lang="en-US"/>
        </a:p>
      </dgm:t>
    </dgm:pt>
    <dgm:pt modelId="{8531790C-5B82-4B09-93C5-C84C32321692}" type="sibTrans" cxnId="{093BDEED-D2A8-4A2F-B9B6-450FDB6DC117}">
      <dgm:prSet/>
      <dgm:spPr/>
      <dgm:t>
        <a:bodyPr/>
        <a:lstStyle/>
        <a:p>
          <a:endParaRPr lang="en-US"/>
        </a:p>
      </dgm:t>
    </dgm:pt>
    <dgm:pt modelId="{AD67DCF3-BAE8-4E56-8644-07900AD6945D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sz="1400" b="0" dirty="0"/>
            <a:t>objects (</a:t>
          </a:r>
          <a:r>
            <a:rPr lang="en-US" sz="1400" b="0" dirty="0" err="1"/>
            <a:t>rpower</a:t>
          </a:r>
          <a:r>
            <a:rPr lang="en-US" sz="1400" b="0" dirty="0"/>
            <a:t> </a:t>
          </a:r>
          <a:r>
            <a:rPr lang="en-US" sz="1400" b="0" dirty="0" err="1"/>
            <a:t>groupname</a:t>
          </a:r>
          <a:r>
            <a:rPr lang="en-US" sz="1400" b="0" dirty="0"/>
            <a:t> stat vs </a:t>
          </a:r>
          <a:r>
            <a:rPr lang="en-US" sz="1400" b="0" dirty="0" err="1"/>
            <a:t>rpower</a:t>
          </a:r>
          <a:r>
            <a:rPr lang="en-US" sz="1400" b="0" dirty="0"/>
            <a:t> node stat)</a:t>
          </a:r>
          <a:endParaRPr lang="en-US" sz="1400" dirty="0"/>
        </a:p>
      </dgm:t>
    </dgm:pt>
    <dgm:pt modelId="{1F3B9C1E-870D-4BA6-90C1-924C5C8AB684}" type="parTrans" cxnId="{2C180508-EFD5-4268-8E0B-2D1BFCE8A9D5}">
      <dgm:prSet/>
      <dgm:spPr/>
      <dgm:t>
        <a:bodyPr/>
        <a:lstStyle/>
        <a:p>
          <a:endParaRPr lang="en-US"/>
        </a:p>
      </dgm:t>
    </dgm:pt>
    <dgm:pt modelId="{AD820568-59C2-4483-8227-26543EF78D5C}" type="sibTrans" cxnId="{2C180508-EFD5-4268-8E0B-2D1BFCE8A9D5}">
      <dgm:prSet/>
      <dgm:spPr/>
      <dgm:t>
        <a:bodyPr/>
        <a:lstStyle/>
        <a:p>
          <a:endParaRPr lang="en-US"/>
        </a:p>
      </dgm:t>
    </dgm:pt>
    <dgm:pt modelId="{AE21D0A3-0E08-4A83-B992-C318303EB733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sz="1400" dirty="0"/>
            <a:t>can be deployed with </a:t>
          </a:r>
          <a:r>
            <a:rPr lang="en-US" sz="1400" dirty="0" err="1"/>
            <a:t>xCAT</a:t>
          </a:r>
          <a:r>
            <a:rPr lang="en-US" sz="1400" dirty="0"/>
            <a:t> (centos7.8, centos7.9)</a:t>
          </a:r>
        </a:p>
      </dgm:t>
    </dgm:pt>
    <dgm:pt modelId="{2FEEA9D2-EA86-4E9F-AE54-BEB1F0F55F6E}" type="parTrans" cxnId="{0A06778C-CD1D-425F-B018-8967EF5B38E6}">
      <dgm:prSet/>
      <dgm:spPr/>
      <dgm:t>
        <a:bodyPr/>
        <a:lstStyle/>
        <a:p>
          <a:endParaRPr lang="en-US"/>
        </a:p>
      </dgm:t>
    </dgm:pt>
    <dgm:pt modelId="{E8FCD5A3-FDC1-4124-A70D-B7A16F39FB50}" type="sibTrans" cxnId="{0A06778C-CD1D-425F-B018-8967EF5B38E6}">
      <dgm:prSet/>
      <dgm:spPr/>
      <dgm:t>
        <a:bodyPr/>
        <a:lstStyle/>
        <a:p>
          <a:endParaRPr lang="en-US"/>
        </a:p>
      </dgm:t>
    </dgm:pt>
    <dgm:pt modelId="{0D36E049-389F-426D-960B-E992B5713C1F}" type="pres">
      <dgm:prSet presAssocID="{27C4D8DE-FDBB-4A85-972C-FFDD2691CF27}" presName="Name0" presStyleCnt="0">
        <dgm:presLayoutVars>
          <dgm:dir/>
          <dgm:animLvl val="lvl"/>
          <dgm:resizeHandles val="exact"/>
        </dgm:presLayoutVars>
      </dgm:prSet>
      <dgm:spPr/>
    </dgm:pt>
    <dgm:pt modelId="{E243BEDC-BA0C-403A-8AFF-AD08002E2E09}" type="pres">
      <dgm:prSet presAssocID="{495F97D1-97CF-4C7F-887E-4A413CDEED70}" presName="linNode" presStyleCnt="0"/>
      <dgm:spPr/>
    </dgm:pt>
    <dgm:pt modelId="{61F7FC16-E161-4BD7-8547-9AD7A3615229}" type="pres">
      <dgm:prSet presAssocID="{495F97D1-97CF-4C7F-887E-4A413CDEED70}" presName="parentText" presStyleLbl="node1" presStyleIdx="0" presStyleCnt="1" custScaleY="100098" custLinFactNeighborX="796">
        <dgm:presLayoutVars>
          <dgm:chMax val="1"/>
          <dgm:bulletEnabled val="1"/>
        </dgm:presLayoutVars>
      </dgm:prSet>
      <dgm:spPr/>
    </dgm:pt>
    <dgm:pt modelId="{5450DF9E-E76B-4CBA-AF5E-D3B0BF5AE06E}" type="pres">
      <dgm:prSet presAssocID="{495F97D1-97CF-4C7F-887E-4A413CDEED70}" presName="descendantText" presStyleLbl="alignAccFollowNode1" presStyleIdx="0" presStyleCnt="1" custScaleY="125122" custLinFactNeighborX="136" custLinFactNeighborY="1565">
        <dgm:presLayoutVars>
          <dgm:bulletEnabled val="1"/>
        </dgm:presLayoutVars>
      </dgm:prSet>
      <dgm:spPr/>
    </dgm:pt>
  </dgm:ptLst>
  <dgm:cxnLst>
    <dgm:cxn modelId="{4D7B0203-C909-4065-A747-B4CD946CEBF8}" type="presOf" srcId="{495F97D1-97CF-4C7F-887E-4A413CDEED70}" destId="{61F7FC16-E161-4BD7-8547-9AD7A3615229}" srcOrd="0" destOrd="0" presId="urn:microsoft.com/office/officeart/2005/8/layout/vList5"/>
    <dgm:cxn modelId="{2C180508-EFD5-4268-8E0B-2D1BFCE8A9D5}" srcId="{495F97D1-97CF-4C7F-887E-4A413CDEED70}" destId="{AD67DCF3-BAE8-4E56-8644-07900AD6945D}" srcOrd="4" destOrd="0" parTransId="{1F3B9C1E-870D-4BA6-90C1-924C5C8AB684}" sibTransId="{AD820568-59C2-4483-8227-26543EF78D5C}"/>
    <dgm:cxn modelId="{43AB582C-2441-402C-A874-AC05828F1984}" srcId="{27C4D8DE-FDBB-4A85-972C-FFDD2691CF27}" destId="{495F97D1-97CF-4C7F-887E-4A413CDEED70}" srcOrd="0" destOrd="0" parTransId="{904409B9-4CAE-499C-937E-F69086CDE678}" sibTransId="{776C93FD-2BF3-4076-ABEC-E22A1D75CF4F}"/>
    <dgm:cxn modelId="{7CB23F4D-3032-4392-9D4A-AC7EDE11259C}" type="presOf" srcId="{AD67DCF3-BAE8-4E56-8644-07900AD6945D}" destId="{5450DF9E-E76B-4CBA-AF5E-D3B0BF5AE06E}" srcOrd="0" destOrd="4" presId="urn:microsoft.com/office/officeart/2005/8/layout/vList5"/>
    <dgm:cxn modelId="{63AE4A7C-5FB8-4DA7-930C-835D7DCB6A29}" type="presOf" srcId="{AE21D0A3-0E08-4A83-B992-C318303EB733}" destId="{5450DF9E-E76B-4CBA-AF5E-D3B0BF5AE06E}" srcOrd="0" destOrd="6" presId="urn:microsoft.com/office/officeart/2005/8/layout/vList5"/>
    <dgm:cxn modelId="{D0EE8C7D-B1BE-4BC3-ACA5-71122B30499B}" type="presOf" srcId="{A9298C5E-41DE-4488-8D0A-FE43D8E1C847}" destId="{5450DF9E-E76B-4CBA-AF5E-D3B0BF5AE06E}" srcOrd="0" destOrd="3" presId="urn:microsoft.com/office/officeart/2005/8/layout/vList5"/>
    <dgm:cxn modelId="{0A06778C-CD1D-425F-B018-8967EF5B38E6}" srcId="{495F97D1-97CF-4C7F-887E-4A413CDEED70}" destId="{AE21D0A3-0E08-4A83-B992-C318303EB733}" srcOrd="6" destOrd="0" parTransId="{2FEEA9D2-EA86-4E9F-AE54-BEB1F0F55F6E}" sibTransId="{E8FCD5A3-FDC1-4124-A70D-B7A16F39FB50}"/>
    <dgm:cxn modelId="{22375C92-4ABE-45D8-9FD6-1E4025E974A3}" type="presOf" srcId="{5B8B1D10-BBDF-4210-BDF6-99AC00CF5906}" destId="{5450DF9E-E76B-4CBA-AF5E-D3B0BF5AE06E}" srcOrd="0" destOrd="5" presId="urn:microsoft.com/office/officeart/2005/8/layout/vList5"/>
    <dgm:cxn modelId="{DC4C5C9C-CC2F-4EB4-9C8E-8455702E6D3C}" type="presOf" srcId="{8CF0DC92-E480-4DBC-AD16-65B67D0A8771}" destId="{5450DF9E-E76B-4CBA-AF5E-D3B0BF5AE06E}" srcOrd="0" destOrd="1" presId="urn:microsoft.com/office/officeart/2005/8/layout/vList5"/>
    <dgm:cxn modelId="{A448809F-A04A-46B3-BFDA-25325CECFBF3}" srcId="{495F97D1-97CF-4C7F-887E-4A413CDEED70}" destId="{8CF0DC92-E480-4DBC-AD16-65B67D0A8771}" srcOrd="1" destOrd="0" parTransId="{60F6D81D-CA0C-4BCB-A185-C3F49D4F3E7A}" sibTransId="{36F7E2E6-34FB-49FE-9AA5-CAFE8CB4969A}"/>
    <dgm:cxn modelId="{12C113C1-8B0F-4E1A-9E00-45245A839CC3}" type="presOf" srcId="{E9D8BE4F-192F-44E6-B27D-8A2FB3609861}" destId="{5450DF9E-E76B-4CBA-AF5E-D3B0BF5AE06E}" srcOrd="0" destOrd="2" presId="urn:microsoft.com/office/officeart/2005/8/layout/vList5"/>
    <dgm:cxn modelId="{2F405BCD-1BCE-484D-9712-800D6D7FD972}" srcId="{495F97D1-97CF-4C7F-887E-4A413CDEED70}" destId="{E9D8BE4F-192F-44E6-B27D-8A2FB3609861}" srcOrd="2" destOrd="0" parTransId="{08CD4DFD-482A-4AF1-8DC1-392171BDD2A0}" sibTransId="{DD005634-5AA8-437F-A739-15E305FF4E61}"/>
    <dgm:cxn modelId="{B3203FDC-86A1-4696-B7E5-4FF22D09475A}" type="presOf" srcId="{C56E054C-7DBB-45FA-9A50-7B5D2CF55D62}" destId="{5450DF9E-E76B-4CBA-AF5E-D3B0BF5AE06E}" srcOrd="0" destOrd="0" presId="urn:microsoft.com/office/officeart/2005/8/layout/vList5"/>
    <dgm:cxn modelId="{018F9EDC-C441-4AE0-BEA5-C01DEF30D297}" srcId="{495F97D1-97CF-4C7F-887E-4A413CDEED70}" destId="{C56E054C-7DBB-45FA-9A50-7B5D2CF55D62}" srcOrd="0" destOrd="0" parTransId="{D88DF3EB-4DC3-49DC-AB18-5666645CC6D5}" sibTransId="{5D3F7A49-0C26-4D0A-99B8-9DBAF148B6F2}"/>
    <dgm:cxn modelId="{093BDEED-D2A8-4A2F-B9B6-450FDB6DC117}" srcId="{495F97D1-97CF-4C7F-887E-4A413CDEED70}" destId="{A9298C5E-41DE-4488-8D0A-FE43D8E1C847}" srcOrd="3" destOrd="0" parTransId="{E24992ED-DC06-4038-BFA7-4B084345DF9E}" sibTransId="{8531790C-5B82-4B09-93C5-C84C32321692}"/>
    <dgm:cxn modelId="{B2D1C9F7-2C6F-4F2C-A507-C68DAE7EE294}" type="presOf" srcId="{27C4D8DE-FDBB-4A85-972C-FFDD2691CF27}" destId="{0D36E049-389F-426D-960B-E992B5713C1F}" srcOrd="0" destOrd="0" presId="urn:microsoft.com/office/officeart/2005/8/layout/vList5"/>
    <dgm:cxn modelId="{EE5278F8-4B5F-467E-B59C-AAA3A70D87FA}" srcId="{495F97D1-97CF-4C7F-887E-4A413CDEED70}" destId="{5B8B1D10-BBDF-4210-BDF6-99AC00CF5906}" srcOrd="5" destOrd="0" parTransId="{9A3EF9D7-BEEB-40B1-82E3-76B9AC986F40}" sibTransId="{9718CC75-0680-4C9A-9A9E-B2E0363C1F10}"/>
    <dgm:cxn modelId="{394FEBCA-4ECC-43F3-93E8-96218CF45A66}" type="presParOf" srcId="{0D36E049-389F-426D-960B-E992B5713C1F}" destId="{E243BEDC-BA0C-403A-8AFF-AD08002E2E09}" srcOrd="0" destOrd="0" presId="urn:microsoft.com/office/officeart/2005/8/layout/vList5"/>
    <dgm:cxn modelId="{F89066F1-BC7B-4964-8DA6-AC1D5DB96771}" type="presParOf" srcId="{E243BEDC-BA0C-403A-8AFF-AD08002E2E09}" destId="{61F7FC16-E161-4BD7-8547-9AD7A3615229}" srcOrd="0" destOrd="0" presId="urn:microsoft.com/office/officeart/2005/8/layout/vList5"/>
    <dgm:cxn modelId="{66C3A6C2-F79D-4624-9DFA-0CE578BF14F6}" type="presParOf" srcId="{E243BEDC-BA0C-403A-8AFF-AD08002E2E09}" destId="{5450DF9E-E76B-4CBA-AF5E-D3B0BF5AE06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27C4D8DE-FDBB-4A85-972C-FFDD2691CF27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95F97D1-97CF-4C7F-887E-4A413CDEED7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700" dirty="0">
              <a:solidFill>
                <a:schemeClr val="bg1"/>
              </a:solidFill>
            </a:rPr>
            <a:t>Backup:</a:t>
          </a:r>
        </a:p>
      </dgm:t>
    </dgm:pt>
    <dgm:pt modelId="{904409B9-4CAE-499C-937E-F69086CDE678}" type="parTrans" cxnId="{43AB582C-2441-402C-A874-AC05828F1984}">
      <dgm:prSet/>
      <dgm:spPr/>
      <dgm:t>
        <a:bodyPr/>
        <a:lstStyle/>
        <a:p>
          <a:endParaRPr lang="en-US"/>
        </a:p>
      </dgm:t>
    </dgm:pt>
    <dgm:pt modelId="{776C93FD-2BF3-4076-ABEC-E22A1D75CF4F}" type="sibTrans" cxnId="{43AB582C-2441-402C-A874-AC05828F1984}">
      <dgm:prSet/>
      <dgm:spPr/>
      <dgm:t>
        <a:bodyPr/>
        <a:lstStyle/>
        <a:p>
          <a:endParaRPr lang="en-US"/>
        </a:p>
      </dgm:t>
    </dgm:pt>
    <dgm:pt modelId="{1F83A440-1F7B-4DA2-98C1-4F007AC19D46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 err="1">
              <a:solidFill>
                <a:schemeClr val="accent1">
                  <a:lumMod val="75000"/>
                </a:schemeClr>
              </a:solidFill>
            </a:rPr>
            <a:t>dumpxCATdb</a:t>
          </a:r>
          <a:r>
            <a:rPr lang="en-US" sz="1400" dirty="0">
              <a:solidFill>
                <a:schemeClr val="accent1">
                  <a:lumMod val="75000"/>
                </a:schemeClr>
              </a:solidFill>
            </a:rPr>
            <a:t>: Dump all </a:t>
          </a:r>
          <a:r>
            <a:rPr lang="en-US" sz="1400" dirty="0" err="1">
              <a:solidFill>
                <a:schemeClr val="accent1">
                  <a:lumMod val="75000"/>
                </a:schemeClr>
              </a:solidFill>
            </a:rPr>
            <a:t>xCAT</a:t>
          </a:r>
          <a:r>
            <a:rPr lang="en-US" sz="1400" dirty="0">
              <a:solidFill>
                <a:schemeClr val="accent1">
                  <a:lumMod val="75000"/>
                </a:schemeClr>
              </a:solidFill>
            </a:rPr>
            <a:t> </a:t>
          </a:r>
          <a:r>
            <a:rPr lang="en-US" sz="1400" dirty="0" err="1">
              <a:solidFill>
                <a:schemeClr val="accent1">
                  <a:lumMod val="75000"/>
                </a:schemeClr>
              </a:solidFill>
            </a:rPr>
            <a:t>db</a:t>
          </a:r>
          <a:r>
            <a:rPr lang="en-US" sz="1400" dirty="0">
              <a:solidFill>
                <a:schemeClr val="accent1">
                  <a:lumMod val="75000"/>
                </a:schemeClr>
              </a:solidFill>
            </a:rPr>
            <a:t> tables to CSV files under specified directory (often used for </a:t>
          </a:r>
          <a:r>
            <a:rPr lang="en-US" sz="1400" dirty="0" err="1">
              <a:solidFill>
                <a:schemeClr val="accent1">
                  <a:lumMod val="75000"/>
                </a:schemeClr>
              </a:solidFill>
            </a:rPr>
            <a:t>xCAT</a:t>
          </a:r>
          <a:r>
            <a:rPr lang="en-US" sz="1400" dirty="0">
              <a:solidFill>
                <a:schemeClr val="accent1">
                  <a:lumMod val="75000"/>
                </a:schemeClr>
              </a:solidFill>
            </a:rPr>
            <a:t> reinstallation or migration)</a:t>
          </a:r>
        </a:p>
      </dgm:t>
    </dgm:pt>
    <dgm:pt modelId="{9E7CBAAC-B818-4F79-8811-8870464CD3F9}" type="parTrans" cxnId="{D428E90F-C26E-4ED6-B9E6-8295F4B0689E}">
      <dgm:prSet/>
      <dgm:spPr/>
      <dgm:t>
        <a:bodyPr/>
        <a:lstStyle/>
        <a:p>
          <a:endParaRPr lang="en-US"/>
        </a:p>
      </dgm:t>
    </dgm:pt>
    <dgm:pt modelId="{A9EA52C8-0DE7-4FCA-AEAB-3C2D19B0CD3D}" type="sibTrans" cxnId="{D428E90F-C26E-4ED6-B9E6-8295F4B0689E}">
      <dgm:prSet/>
      <dgm:spPr/>
      <dgm:t>
        <a:bodyPr/>
        <a:lstStyle/>
        <a:p>
          <a:endParaRPr lang="en-US"/>
        </a:p>
      </dgm:t>
    </dgm:pt>
    <dgm:pt modelId="{4BCE76B7-14DD-4808-AB52-DB9294493CBF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>
              <a:solidFill>
                <a:schemeClr val="accent1">
                  <a:lumMod val="75000"/>
                </a:schemeClr>
              </a:solidFill>
            </a:rPr>
            <a:t>Daily </a:t>
          </a:r>
          <a:r>
            <a:rPr lang="en-US" sz="1400" dirty="0" err="1">
              <a:solidFill>
                <a:schemeClr val="accent1">
                  <a:lumMod val="75000"/>
                </a:schemeClr>
              </a:solidFill>
            </a:rPr>
            <a:t>cron</a:t>
          </a:r>
          <a:r>
            <a:rPr lang="en-US" sz="1400" dirty="0">
              <a:solidFill>
                <a:schemeClr val="accent1">
                  <a:lumMod val="75000"/>
                </a:schemeClr>
              </a:solidFill>
            </a:rPr>
            <a:t> job to backup DB tables (7 days kept in /home/share/scripts/</a:t>
          </a:r>
          <a:r>
            <a:rPr lang="en-US" sz="1400" dirty="0" err="1">
              <a:solidFill>
                <a:schemeClr val="accent1">
                  <a:lumMod val="75000"/>
                </a:schemeClr>
              </a:solidFill>
            </a:rPr>
            <a:t>xCAT</a:t>
          </a:r>
          <a:r>
            <a:rPr lang="en-US" sz="1400" dirty="0">
              <a:solidFill>
                <a:schemeClr val="accent1">
                  <a:lumMod val="75000"/>
                </a:schemeClr>
              </a:solidFill>
            </a:rPr>
            <a:t>/compressed)</a:t>
          </a:r>
        </a:p>
      </dgm:t>
    </dgm:pt>
    <dgm:pt modelId="{BBF521FB-BE96-4D16-A239-CC38D097CF3D}" type="parTrans" cxnId="{EA661CBD-9650-479A-A289-4E2106493A7D}">
      <dgm:prSet/>
      <dgm:spPr/>
      <dgm:t>
        <a:bodyPr/>
        <a:lstStyle/>
        <a:p>
          <a:endParaRPr lang="en-US"/>
        </a:p>
      </dgm:t>
    </dgm:pt>
    <dgm:pt modelId="{18AF8BC7-5BC2-4A2D-A37C-47774BFDE976}" type="sibTrans" cxnId="{EA661CBD-9650-479A-A289-4E2106493A7D}">
      <dgm:prSet/>
      <dgm:spPr/>
      <dgm:t>
        <a:bodyPr/>
        <a:lstStyle/>
        <a:p>
          <a:endParaRPr lang="en-US"/>
        </a:p>
      </dgm:t>
    </dgm:pt>
    <dgm:pt modelId="{37ABF76A-B069-444A-BA4E-B84C97F5FC3A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sz="1400" dirty="0"/>
            <a:t>## Backup </a:t>
          </a:r>
          <a:r>
            <a:rPr lang="en-US" sz="1400" dirty="0" err="1"/>
            <a:t>xCAT</a:t>
          </a:r>
          <a:r>
            <a:rPr lang="en-US" sz="1400" dirty="0"/>
            <a:t> Database on ms1 - Daily ##</a:t>
          </a:r>
        </a:p>
      </dgm:t>
    </dgm:pt>
    <dgm:pt modelId="{D5305DD8-4A39-4455-90CD-E7F45EC1FADE}" type="parTrans" cxnId="{2F7540E8-8FDA-43C3-810C-0F2CDE351286}">
      <dgm:prSet/>
      <dgm:spPr/>
      <dgm:t>
        <a:bodyPr/>
        <a:lstStyle/>
        <a:p>
          <a:endParaRPr lang="en-US"/>
        </a:p>
      </dgm:t>
    </dgm:pt>
    <dgm:pt modelId="{6407E4B0-8BBF-4949-B474-A48BA0C116D5}" type="sibTrans" cxnId="{2F7540E8-8FDA-43C3-810C-0F2CDE351286}">
      <dgm:prSet/>
      <dgm:spPr/>
      <dgm:t>
        <a:bodyPr/>
        <a:lstStyle/>
        <a:p>
          <a:endParaRPr lang="en-US"/>
        </a:p>
      </dgm:t>
    </dgm:pt>
    <dgm:pt modelId="{8F4FAF18-7EB3-49A1-B036-BE4D5B873BB8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sz="1400" dirty="0"/>
            <a:t>0 4 * * * /home/share/scripts/xCAT/xCATdump.sh</a:t>
          </a:r>
        </a:p>
      </dgm:t>
    </dgm:pt>
    <dgm:pt modelId="{ADCA21A6-FD09-481C-B9FA-322D30658AA1}" type="parTrans" cxnId="{5EE362F5-E98C-439D-965C-C0E255CE9DCD}">
      <dgm:prSet/>
      <dgm:spPr/>
      <dgm:t>
        <a:bodyPr/>
        <a:lstStyle/>
        <a:p>
          <a:endParaRPr lang="en-US"/>
        </a:p>
      </dgm:t>
    </dgm:pt>
    <dgm:pt modelId="{EFD17F34-2C0D-4D4E-8EDC-DB6D295E2401}" type="sibTrans" cxnId="{5EE362F5-E98C-439D-965C-C0E255CE9DCD}">
      <dgm:prSet/>
      <dgm:spPr/>
      <dgm:t>
        <a:bodyPr/>
        <a:lstStyle/>
        <a:p>
          <a:endParaRPr lang="en-US"/>
        </a:p>
      </dgm:t>
    </dgm:pt>
    <dgm:pt modelId="{9FF5F7A6-0F4C-4152-8C7E-A21DC21B339C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>
              <a:solidFill>
                <a:schemeClr val="accent1">
                  <a:lumMod val="75000"/>
                </a:schemeClr>
              </a:solidFill>
            </a:rPr>
            <a:t>To dump the </a:t>
          </a:r>
          <a:r>
            <a:rPr lang="en-US" sz="1400" dirty="0" err="1">
              <a:solidFill>
                <a:schemeClr val="accent1">
                  <a:lumMod val="75000"/>
                </a:schemeClr>
              </a:solidFill>
            </a:rPr>
            <a:t>xCAT</a:t>
          </a:r>
          <a:r>
            <a:rPr lang="en-US" sz="1400" dirty="0">
              <a:solidFill>
                <a:schemeClr val="accent1">
                  <a:lumMod val="75000"/>
                </a:schemeClr>
              </a:solidFill>
            </a:rPr>
            <a:t> database </a:t>
          </a:r>
          <a:r>
            <a:rPr lang="en-US" sz="1400" u="sng" dirty="0">
              <a:solidFill>
                <a:schemeClr val="accent1">
                  <a:lumMod val="75000"/>
                </a:schemeClr>
              </a:solidFill>
            </a:rPr>
            <a:t>into backup directory</a:t>
          </a:r>
          <a:r>
            <a:rPr lang="en-US" sz="1400" dirty="0">
              <a:solidFill>
                <a:schemeClr val="accent1">
                  <a:lumMod val="75000"/>
                </a:schemeClr>
              </a:solidFill>
            </a:rPr>
            <a:t>, including the </a:t>
          </a:r>
          <a:r>
            <a:rPr lang="en-US" sz="1400" dirty="0" err="1">
              <a:solidFill>
                <a:schemeClr val="accent1">
                  <a:lumMod val="75000"/>
                </a:schemeClr>
              </a:solidFill>
            </a:rPr>
            <a:t>auditlog</a:t>
          </a:r>
          <a:r>
            <a:rPr lang="en-US" sz="1400" dirty="0">
              <a:solidFill>
                <a:schemeClr val="accent1">
                  <a:lumMod val="75000"/>
                </a:schemeClr>
              </a:solidFill>
            </a:rPr>
            <a:t> and </a:t>
          </a:r>
          <a:r>
            <a:rPr lang="en-US" sz="1400" dirty="0" err="1">
              <a:solidFill>
                <a:schemeClr val="accent1">
                  <a:lumMod val="75000"/>
                </a:schemeClr>
              </a:solidFill>
            </a:rPr>
            <a:t>eventlog</a:t>
          </a:r>
          <a:r>
            <a:rPr lang="en-US" sz="1400" dirty="0">
              <a:solidFill>
                <a:schemeClr val="accent1">
                  <a:lumMod val="75000"/>
                </a:schemeClr>
              </a:solidFill>
            </a:rPr>
            <a:t> enter:</a:t>
          </a:r>
        </a:p>
      </dgm:t>
    </dgm:pt>
    <dgm:pt modelId="{CC018C8C-0347-4DD3-A336-71387F217D58}" type="parTrans" cxnId="{4225CE60-B52F-491F-A854-AA2C8A816FD4}">
      <dgm:prSet/>
      <dgm:spPr/>
      <dgm:t>
        <a:bodyPr/>
        <a:lstStyle/>
        <a:p>
          <a:endParaRPr lang="en-US"/>
        </a:p>
      </dgm:t>
    </dgm:pt>
    <dgm:pt modelId="{D404ADF5-78F0-4A29-8807-B48ABBC5EAF8}" type="sibTrans" cxnId="{4225CE60-B52F-491F-A854-AA2C8A816FD4}">
      <dgm:prSet/>
      <dgm:spPr/>
      <dgm:t>
        <a:bodyPr/>
        <a:lstStyle/>
        <a:p>
          <a:endParaRPr lang="en-US"/>
        </a:p>
      </dgm:t>
    </dgm:pt>
    <dgm:pt modelId="{81841B25-25CB-4A65-99CC-3E382BFFFABF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sz="1400" dirty="0" err="1"/>
            <a:t>dumpxCATdb</a:t>
          </a:r>
          <a:r>
            <a:rPr lang="en-US" sz="1400" dirty="0"/>
            <a:t> -a -p /home/share/scripts/</a:t>
          </a:r>
          <a:r>
            <a:rPr lang="en-US" sz="1400" dirty="0" err="1"/>
            <a:t>xCAT</a:t>
          </a:r>
          <a:r>
            <a:rPr lang="en-US" sz="1400" dirty="0"/>
            <a:t>/ms1-dump-yy-dd-mm</a:t>
          </a:r>
        </a:p>
      </dgm:t>
    </dgm:pt>
    <dgm:pt modelId="{C42C3FBC-5957-4D39-BAD8-5A74DAF8A114}" type="parTrans" cxnId="{8D54D4B7-8C2E-4BA6-ADD4-11EF7140E24D}">
      <dgm:prSet/>
      <dgm:spPr/>
      <dgm:t>
        <a:bodyPr/>
        <a:lstStyle/>
        <a:p>
          <a:endParaRPr lang="en-US"/>
        </a:p>
      </dgm:t>
    </dgm:pt>
    <dgm:pt modelId="{E50339D5-602E-4B7C-ACFE-D4C149355396}" type="sibTrans" cxnId="{8D54D4B7-8C2E-4BA6-ADD4-11EF7140E24D}">
      <dgm:prSet/>
      <dgm:spPr/>
      <dgm:t>
        <a:bodyPr/>
        <a:lstStyle/>
        <a:p>
          <a:endParaRPr lang="en-US"/>
        </a:p>
      </dgm:t>
    </dgm:pt>
    <dgm:pt modelId="{0D36E049-389F-426D-960B-E992B5713C1F}" type="pres">
      <dgm:prSet presAssocID="{27C4D8DE-FDBB-4A85-972C-FFDD2691CF27}" presName="Name0" presStyleCnt="0">
        <dgm:presLayoutVars>
          <dgm:dir/>
          <dgm:animLvl val="lvl"/>
          <dgm:resizeHandles val="exact"/>
        </dgm:presLayoutVars>
      </dgm:prSet>
      <dgm:spPr/>
    </dgm:pt>
    <dgm:pt modelId="{E243BEDC-BA0C-403A-8AFF-AD08002E2E09}" type="pres">
      <dgm:prSet presAssocID="{495F97D1-97CF-4C7F-887E-4A413CDEED70}" presName="linNode" presStyleCnt="0"/>
      <dgm:spPr/>
    </dgm:pt>
    <dgm:pt modelId="{61F7FC16-E161-4BD7-8547-9AD7A3615229}" type="pres">
      <dgm:prSet presAssocID="{495F97D1-97CF-4C7F-887E-4A413CDEED70}" presName="parentText" presStyleLbl="node1" presStyleIdx="0" presStyleCnt="1" custScaleY="96560" custLinFactNeighborX="796">
        <dgm:presLayoutVars>
          <dgm:chMax val="1"/>
          <dgm:bulletEnabled val="1"/>
        </dgm:presLayoutVars>
      </dgm:prSet>
      <dgm:spPr/>
    </dgm:pt>
    <dgm:pt modelId="{5450DF9E-E76B-4CBA-AF5E-D3B0BF5AE06E}" type="pres">
      <dgm:prSet presAssocID="{495F97D1-97CF-4C7F-887E-4A413CDEED70}" presName="descendantText" presStyleLbl="alignAccFollowNode1" presStyleIdx="0" presStyleCnt="1" custScaleX="134870" custScaleY="115214" custLinFactNeighborX="1416">
        <dgm:presLayoutVars>
          <dgm:bulletEnabled val="1"/>
        </dgm:presLayoutVars>
      </dgm:prSet>
      <dgm:spPr/>
    </dgm:pt>
  </dgm:ptLst>
  <dgm:cxnLst>
    <dgm:cxn modelId="{4D7B0203-C909-4065-A747-B4CD946CEBF8}" type="presOf" srcId="{495F97D1-97CF-4C7F-887E-4A413CDEED70}" destId="{61F7FC16-E161-4BD7-8547-9AD7A3615229}" srcOrd="0" destOrd="0" presId="urn:microsoft.com/office/officeart/2005/8/layout/vList5"/>
    <dgm:cxn modelId="{D428E90F-C26E-4ED6-B9E6-8295F4B0689E}" srcId="{495F97D1-97CF-4C7F-887E-4A413CDEED70}" destId="{1F83A440-1F7B-4DA2-98C1-4F007AC19D46}" srcOrd="0" destOrd="0" parTransId="{9E7CBAAC-B818-4F79-8811-8870464CD3F9}" sibTransId="{A9EA52C8-0DE7-4FCA-AEAB-3C2D19B0CD3D}"/>
    <dgm:cxn modelId="{43AB582C-2441-402C-A874-AC05828F1984}" srcId="{27C4D8DE-FDBB-4A85-972C-FFDD2691CF27}" destId="{495F97D1-97CF-4C7F-887E-4A413CDEED70}" srcOrd="0" destOrd="0" parTransId="{904409B9-4CAE-499C-937E-F69086CDE678}" sibTransId="{776C93FD-2BF3-4076-ABEC-E22A1D75CF4F}"/>
    <dgm:cxn modelId="{4225CE60-B52F-491F-A854-AA2C8A816FD4}" srcId="{495F97D1-97CF-4C7F-887E-4A413CDEED70}" destId="{9FF5F7A6-0F4C-4152-8C7E-A21DC21B339C}" srcOrd="4" destOrd="0" parTransId="{CC018C8C-0347-4DD3-A336-71387F217D58}" sibTransId="{D404ADF5-78F0-4A29-8807-B48ABBC5EAF8}"/>
    <dgm:cxn modelId="{C24DDB43-4494-4BC5-AD06-A8F2350AB7F3}" type="presOf" srcId="{81841B25-25CB-4A65-99CC-3E382BFFFABF}" destId="{5450DF9E-E76B-4CBA-AF5E-D3B0BF5AE06E}" srcOrd="0" destOrd="5" presId="urn:microsoft.com/office/officeart/2005/8/layout/vList5"/>
    <dgm:cxn modelId="{21F57346-4652-4563-992F-DD1487411E0C}" type="presOf" srcId="{37ABF76A-B069-444A-BA4E-B84C97F5FC3A}" destId="{5450DF9E-E76B-4CBA-AF5E-D3B0BF5AE06E}" srcOrd="0" destOrd="2" presId="urn:microsoft.com/office/officeart/2005/8/layout/vList5"/>
    <dgm:cxn modelId="{6D782175-4D92-4610-803E-EAFADA1175FD}" type="presOf" srcId="{4BCE76B7-14DD-4808-AB52-DB9294493CBF}" destId="{5450DF9E-E76B-4CBA-AF5E-D3B0BF5AE06E}" srcOrd="0" destOrd="1" presId="urn:microsoft.com/office/officeart/2005/8/layout/vList5"/>
    <dgm:cxn modelId="{A4BB877D-9155-41F0-A2F0-285B2747DD5E}" type="presOf" srcId="{8F4FAF18-7EB3-49A1-B036-BE4D5B873BB8}" destId="{5450DF9E-E76B-4CBA-AF5E-D3B0BF5AE06E}" srcOrd="0" destOrd="3" presId="urn:microsoft.com/office/officeart/2005/8/layout/vList5"/>
    <dgm:cxn modelId="{92D2857E-2642-4435-B09D-6B13D37B6536}" type="presOf" srcId="{9FF5F7A6-0F4C-4152-8C7E-A21DC21B339C}" destId="{5450DF9E-E76B-4CBA-AF5E-D3B0BF5AE06E}" srcOrd="0" destOrd="4" presId="urn:microsoft.com/office/officeart/2005/8/layout/vList5"/>
    <dgm:cxn modelId="{8D54D4B7-8C2E-4BA6-ADD4-11EF7140E24D}" srcId="{495F97D1-97CF-4C7F-887E-4A413CDEED70}" destId="{81841B25-25CB-4A65-99CC-3E382BFFFABF}" srcOrd="5" destOrd="0" parTransId="{C42C3FBC-5957-4D39-BAD8-5A74DAF8A114}" sibTransId="{E50339D5-602E-4B7C-ACFE-D4C149355396}"/>
    <dgm:cxn modelId="{EA661CBD-9650-479A-A289-4E2106493A7D}" srcId="{495F97D1-97CF-4C7F-887E-4A413CDEED70}" destId="{4BCE76B7-14DD-4808-AB52-DB9294493CBF}" srcOrd="1" destOrd="0" parTransId="{BBF521FB-BE96-4D16-A239-CC38D097CF3D}" sibTransId="{18AF8BC7-5BC2-4A2D-A37C-47774BFDE976}"/>
    <dgm:cxn modelId="{54BAF6DA-10F7-403D-AF4A-1893245326DC}" type="presOf" srcId="{1F83A440-1F7B-4DA2-98C1-4F007AC19D46}" destId="{5450DF9E-E76B-4CBA-AF5E-D3B0BF5AE06E}" srcOrd="0" destOrd="0" presId="urn:microsoft.com/office/officeart/2005/8/layout/vList5"/>
    <dgm:cxn modelId="{2F7540E8-8FDA-43C3-810C-0F2CDE351286}" srcId="{495F97D1-97CF-4C7F-887E-4A413CDEED70}" destId="{37ABF76A-B069-444A-BA4E-B84C97F5FC3A}" srcOrd="2" destOrd="0" parTransId="{D5305DD8-4A39-4455-90CD-E7F45EC1FADE}" sibTransId="{6407E4B0-8BBF-4949-B474-A48BA0C116D5}"/>
    <dgm:cxn modelId="{5EE362F5-E98C-439D-965C-C0E255CE9DCD}" srcId="{495F97D1-97CF-4C7F-887E-4A413CDEED70}" destId="{8F4FAF18-7EB3-49A1-B036-BE4D5B873BB8}" srcOrd="3" destOrd="0" parTransId="{ADCA21A6-FD09-481C-B9FA-322D30658AA1}" sibTransId="{EFD17F34-2C0D-4D4E-8EDC-DB6D295E2401}"/>
    <dgm:cxn modelId="{B2D1C9F7-2C6F-4F2C-A507-C68DAE7EE294}" type="presOf" srcId="{27C4D8DE-FDBB-4A85-972C-FFDD2691CF27}" destId="{0D36E049-389F-426D-960B-E992B5713C1F}" srcOrd="0" destOrd="0" presId="urn:microsoft.com/office/officeart/2005/8/layout/vList5"/>
    <dgm:cxn modelId="{394FEBCA-4ECC-43F3-93E8-96218CF45A66}" type="presParOf" srcId="{0D36E049-389F-426D-960B-E992B5713C1F}" destId="{E243BEDC-BA0C-403A-8AFF-AD08002E2E09}" srcOrd="0" destOrd="0" presId="urn:microsoft.com/office/officeart/2005/8/layout/vList5"/>
    <dgm:cxn modelId="{F89066F1-BC7B-4964-8DA6-AC1D5DB96771}" type="presParOf" srcId="{E243BEDC-BA0C-403A-8AFF-AD08002E2E09}" destId="{61F7FC16-E161-4BD7-8547-9AD7A3615229}" srcOrd="0" destOrd="0" presId="urn:microsoft.com/office/officeart/2005/8/layout/vList5"/>
    <dgm:cxn modelId="{66C3A6C2-F79D-4624-9DFA-0CE578BF14F6}" type="presParOf" srcId="{E243BEDC-BA0C-403A-8AFF-AD08002E2E09}" destId="{5450DF9E-E76B-4CBA-AF5E-D3B0BF5AE06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50DF9E-E76B-4CBA-AF5E-D3B0BF5AE06E}">
      <dsp:nvSpPr>
        <dsp:cNvPr id="0" name=""/>
        <dsp:cNvSpPr/>
      </dsp:nvSpPr>
      <dsp:spPr>
        <a:xfrm rot="5400000">
          <a:off x="5186583" y="-2119412"/>
          <a:ext cx="819089" cy="526694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Master Node: HPCXCAT</a:t>
          </a:r>
        </a:p>
      </dsp:txBody>
      <dsp:txXfrm rot="-5400000">
        <a:off x="2962656" y="144500"/>
        <a:ext cx="5226959" cy="739119"/>
      </dsp:txXfrm>
    </dsp:sp>
    <dsp:sp modelId="{61F7FC16-E161-4BD7-8547-9AD7A3615229}">
      <dsp:nvSpPr>
        <dsp:cNvPr id="0" name=""/>
        <dsp:cNvSpPr/>
      </dsp:nvSpPr>
      <dsp:spPr>
        <a:xfrm>
          <a:off x="41924" y="2128"/>
          <a:ext cx="2962656" cy="102386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Master Nodes:</a:t>
          </a:r>
        </a:p>
      </dsp:txBody>
      <dsp:txXfrm>
        <a:off x="91905" y="52109"/>
        <a:ext cx="2862694" cy="923899"/>
      </dsp:txXfrm>
    </dsp:sp>
    <dsp:sp modelId="{7CF1B421-46CD-4E66-BEDF-16A773CDC532}">
      <dsp:nvSpPr>
        <dsp:cNvPr id="0" name=""/>
        <dsp:cNvSpPr/>
      </dsp:nvSpPr>
      <dsp:spPr>
        <a:xfrm rot="5400000">
          <a:off x="5186583" y="-1044357"/>
          <a:ext cx="819089" cy="526694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 err="1"/>
            <a:t>Slurm</a:t>
          </a:r>
          <a:r>
            <a:rPr lang="en-US" sz="1500" kern="1200" dirty="0"/>
            <a:t> Workload Manager (Open-source Job Scheduling System)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 err="1"/>
            <a:t>xCAT</a:t>
          </a:r>
          <a:r>
            <a:rPr lang="en-US" sz="1500" kern="1200" dirty="0"/>
            <a:t>  - </a:t>
          </a:r>
          <a:r>
            <a:rPr lang="en-US" sz="1500" b="1" i="0" kern="1200" dirty="0">
              <a:solidFill>
                <a:schemeClr val="tx1"/>
              </a:solidFill>
              <a:effectLst/>
              <a:latin typeface="+mn-lt"/>
            </a:rPr>
            <a:t>Extreme Cloud Administration Toolkit, </a:t>
          </a:r>
          <a:r>
            <a:rPr lang="en-US" sz="1500" b="0" i="0" kern="1200" dirty="0">
              <a:solidFill>
                <a:schemeClr val="tx1"/>
              </a:solidFill>
              <a:effectLst/>
              <a:latin typeface="+mn-lt"/>
            </a:rPr>
            <a:t>open-source distributed computing management software developed by IBM</a:t>
          </a:r>
          <a:endParaRPr lang="en-US" sz="1500" kern="1200" dirty="0"/>
        </a:p>
      </dsp:txBody>
      <dsp:txXfrm rot="-5400000">
        <a:off x="2962656" y="1219555"/>
        <a:ext cx="5226959" cy="739119"/>
      </dsp:txXfrm>
    </dsp:sp>
    <dsp:sp modelId="{FDC72016-C221-4258-BD66-E6AE8748780F}">
      <dsp:nvSpPr>
        <dsp:cNvPr id="0" name=""/>
        <dsp:cNvSpPr/>
      </dsp:nvSpPr>
      <dsp:spPr>
        <a:xfrm>
          <a:off x="41924" y="1077183"/>
          <a:ext cx="2962656" cy="102386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Used for: </a:t>
          </a:r>
        </a:p>
      </dsp:txBody>
      <dsp:txXfrm>
        <a:off x="91905" y="1127164"/>
        <a:ext cx="2862694" cy="923899"/>
      </dsp:txXfrm>
    </dsp:sp>
    <dsp:sp modelId="{137025DC-D6D2-40E5-91EC-24995067F051}">
      <dsp:nvSpPr>
        <dsp:cNvPr id="0" name=""/>
        <dsp:cNvSpPr/>
      </dsp:nvSpPr>
      <dsp:spPr>
        <a:xfrm rot="5400000">
          <a:off x="5186583" y="30697"/>
          <a:ext cx="819089" cy="526694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2 nodes x Dell R630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56CPU / 256 GB Memory</a:t>
          </a:r>
        </a:p>
      </dsp:txBody>
      <dsp:txXfrm rot="-5400000">
        <a:off x="2962656" y="2294610"/>
        <a:ext cx="5226959" cy="739119"/>
      </dsp:txXfrm>
    </dsp:sp>
    <dsp:sp modelId="{FC80CDE6-027D-47C6-BBF2-ED852AD2B59D}">
      <dsp:nvSpPr>
        <dsp:cNvPr id="0" name=""/>
        <dsp:cNvSpPr/>
      </dsp:nvSpPr>
      <dsp:spPr>
        <a:xfrm>
          <a:off x="41924" y="2152238"/>
          <a:ext cx="2962656" cy="102386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Hardware:</a:t>
          </a:r>
        </a:p>
      </dsp:txBody>
      <dsp:txXfrm>
        <a:off x="91905" y="2202219"/>
        <a:ext cx="2862694" cy="923899"/>
      </dsp:txXfrm>
    </dsp:sp>
    <dsp:sp modelId="{D3E72ADE-0511-49BC-BD88-AE34AF7ED5A2}">
      <dsp:nvSpPr>
        <dsp:cNvPr id="0" name=""/>
        <dsp:cNvSpPr/>
      </dsp:nvSpPr>
      <dsp:spPr>
        <a:xfrm rot="5400000">
          <a:off x="5100357" y="1105752"/>
          <a:ext cx="991540" cy="526694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Currently running CentOS7.8 (64bit) across the cluster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One Local Partition: / (420 GB)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Additional mounts come from the </a:t>
          </a:r>
          <a:r>
            <a:rPr lang="en-US" sz="1500" kern="1200" dirty="0" err="1"/>
            <a:t>Lustre</a:t>
          </a:r>
          <a:r>
            <a:rPr lang="en-US" sz="1500" kern="1200" dirty="0"/>
            <a:t> FS: /home &amp; /scratch</a:t>
          </a:r>
        </a:p>
      </dsp:txBody>
      <dsp:txXfrm rot="-5400000">
        <a:off x="2962656" y="3291857"/>
        <a:ext cx="5218541" cy="894734"/>
      </dsp:txXfrm>
    </dsp:sp>
    <dsp:sp modelId="{E7EB1981-91E8-4641-AEFE-E2CFEDBC290C}">
      <dsp:nvSpPr>
        <dsp:cNvPr id="0" name=""/>
        <dsp:cNvSpPr/>
      </dsp:nvSpPr>
      <dsp:spPr>
        <a:xfrm>
          <a:off x="41924" y="3227293"/>
          <a:ext cx="2962656" cy="102386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Current OS installed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same configuration on both nodes</a:t>
          </a:r>
        </a:p>
      </dsp:txBody>
      <dsp:txXfrm>
        <a:off x="91905" y="3277274"/>
        <a:ext cx="2862694" cy="9238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50DF9E-E76B-4CBA-AF5E-D3B0BF5AE06E}">
      <dsp:nvSpPr>
        <dsp:cNvPr id="0" name=""/>
        <dsp:cNvSpPr/>
      </dsp:nvSpPr>
      <dsp:spPr>
        <a:xfrm rot="5400000">
          <a:off x="4017790" y="-537804"/>
          <a:ext cx="3156675" cy="526694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>
              <a:solidFill>
                <a:schemeClr val="accent1">
                  <a:lumMod val="75000"/>
                </a:schemeClr>
              </a:solidFill>
            </a:rPr>
            <a:t>Remotely manage systems via ILO/DRAC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>
              <a:solidFill>
                <a:schemeClr val="accent1">
                  <a:lumMod val="75000"/>
                </a:schemeClr>
              </a:solidFill>
            </a:rPr>
            <a:t>OS provisioning: login/compute nodes (CentOS 7 x64bit) in parallel (diskful, diskless) via PXE boot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>
              <a:solidFill>
                <a:schemeClr val="accent1">
                  <a:lumMod val="75000"/>
                </a:schemeClr>
              </a:solidFill>
            </a:rPr>
            <a:t>Control and maintain servers’ RPMs, configuration files in parallel via postscripts, initiate remote commands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>
              <a:solidFill>
                <a:schemeClr val="accent1">
                  <a:lumMod val="75000"/>
                </a:schemeClr>
              </a:solidFill>
            </a:rPr>
            <a:t>Uses additional services for provisioning OS: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/>
            <a:t>-TFTP (load OS via PXE boot)</a:t>
          </a:r>
          <a:endParaRPr lang="en-US" sz="1400" kern="1200" dirty="0">
            <a:solidFill>
              <a:schemeClr val="accent1">
                <a:lumMod val="75000"/>
              </a:schemeClr>
            </a:solidFill>
          </a:endParaRP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/>
            <a:t>-DHCP (IP assignment with MAC)</a:t>
          </a:r>
          <a:endParaRPr lang="en-US" sz="1400" kern="1200" dirty="0">
            <a:solidFill>
              <a:schemeClr val="accent1">
                <a:lumMod val="75000"/>
              </a:schemeClr>
            </a:solidFill>
          </a:endParaRP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/>
            <a:t>-DNS (name resolution in the roary.net domain)</a:t>
          </a:r>
          <a:endParaRPr lang="en-US" sz="1400" kern="1200" dirty="0">
            <a:solidFill>
              <a:schemeClr val="accent1">
                <a:lumMod val="75000"/>
              </a:schemeClr>
            </a:solidFill>
          </a:endParaRP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>
              <a:solidFill>
                <a:schemeClr val="tx1"/>
              </a:solidFill>
            </a:rPr>
            <a:t>-Maintain /</a:t>
          </a:r>
          <a:r>
            <a:rPr lang="en-US" sz="1400" kern="1200" dirty="0" err="1">
              <a:solidFill>
                <a:schemeClr val="tx1"/>
              </a:solidFill>
            </a:rPr>
            <a:t>etc</a:t>
          </a:r>
          <a:r>
            <a:rPr lang="en-US" sz="1400" kern="1200" dirty="0">
              <a:solidFill>
                <a:schemeClr val="tx1"/>
              </a:solidFill>
            </a:rPr>
            <a:t>/host file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/>
            <a:t>   -Local Repository in the cluster</a:t>
          </a:r>
          <a:endParaRPr lang="en-US" sz="1400" kern="1200" dirty="0">
            <a:solidFill>
              <a:schemeClr val="accent1">
                <a:lumMod val="75000"/>
              </a:schemeClr>
            </a:solidFill>
          </a:endParaRPr>
        </a:p>
      </dsp:txBody>
      <dsp:txXfrm rot="-5400000">
        <a:off x="2962656" y="671426"/>
        <a:ext cx="5112848" cy="2848483"/>
      </dsp:txXfrm>
    </dsp:sp>
    <dsp:sp modelId="{61F7FC16-E161-4BD7-8547-9AD7A3615229}">
      <dsp:nvSpPr>
        <dsp:cNvPr id="0" name=""/>
        <dsp:cNvSpPr/>
      </dsp:nvSpPr>
      <dsp:spPr>
        <a:xfrm>
          <a:off x="41924" y="397641"/>
          <a:ext cx="2962656" cy="335264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u="none" kern="1200" dirty="0">
              <a:solidFill>
                <a:schemeClr val="bg1"/>
              </a:solidFill>
            </a:rPr>
            <a:t>Role of </a:t>
          </a:r>
          <a:r>
            <a:rPr lang="en-US" sz="1700" u="none" kern="1200" dirty="0" err="1">
              <a:solidFill>
                <a:schemeClr val="bg1"/>
              </a:solidFill>
            </a:rPr>
            <a:t>xCAT</a:t>
          </a:r>
          <a:r>
            <a:rPr lang="en-US" sz="1700" u="none" kern="1200" dirty="0">
              <a:solidFill>
                <a:schemeClr val="bg1"/>
              </a:solidFill>
            </a:rPr>
            <a:t> -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schemeClr val="bg1"/>
              </a:solidFill>
            </a:rPr>
            <a:t>Remotely Manage Systems:</a:t>
          </a:r>
        </a:p>
      </dsp:txBody>
      <dsp:txXfrm>
        <a:off x="186549" y="542266"/>
        <a:ext cx="2673406" cy="306339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50DF9E-E76B-4CBA-AF5E-D3B0BF5AE06E}">
      <dsp:nvSpPr>
        <dsp:cNvPr id="0" name=""/>
        <dsp:cNvSpPr/>
      </dsp:nvSpPr>
      <dsp:spPr>
        <a:xfrm rot="5400000">
          <a:off x="5542618" y="-2346516"/>
          <a:ext cx="964796" cy="570585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/>
            <a:t>https://xcat-docs.readthedocs.io/en/stable/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/>
            <a:t>https://xcat-docs.readthedocs.io/en/stable/guides/install-guides/yum/manual_install.html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/>
            <a:t>https://github.com/xcat2/xcat-core/wiki/XCAT_2.13.3_Release_Notes</a:t>
          </a:r>
        </a:p>
      </dsp:txBody>
      <dsp:txXfrm rot="-5400000">
        <a:off x="3172089" y="71110"/>
        <a:ext cx="5658759" cy="870602"/>
      </dsp:txXfrm>
    </dsp:sp>
    <dsp:sp modelId="{61F7FC16-E161-4BD7-8547-9AD7A3615229}">
      <dsp:nvSpPr>
        <dsp:cNvPr id="0" name=""/>
        <dsp:cNvSpPr/>
      </dsp:nvSpPr>
      <dsp:spPr>
        <a:xfrm>
          <a:off x="0" y="886"/>
          <a:ext cx="3172088" cy="101104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schemeClr val="bg1"/>
              </a:solidFill>
            </a:rPr>
            <a:t>Installation Guideline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>
              <a:solidFill>
                <a:schemeClr val="bg1"/>
              </a:solidFill>
            </a:rPr>
            <a:t>xCAT</a:t>
          </a:r>
          <a:r>
            <a:rPr lang="en-US" sz="1700" kern="1200" dirty="0">
              <a:solidFill>
                <a:schemeClr val="bg1"/>
              </a:solidFill>
            </a:rPr>
            <a:t>:</a:t>
          </a:r>
        </a:p>
      </dsp:txBody>
      <dsp:txXfrm>
        <a:off x="49355" y="50241"/>
        <a:ext cx="3073378" cy="912338"/>
      </dsp:txXfrm>
    </dsp:sp>
    <dsp:sp modelId="{7CF1B421-46CD-4E66-BEDF-16A773CDC532}">
      <dsp:nvSpPr>
        <dsp:cNvPr id="0" name=""/>
        <dsp:cNvSpPr/>
      </dsp:nvSpPr>
      <dsp:spPr>
        <a:xfrm rot="5400000">
          <a:off x="4981498" y="-584440"/>
          <a:ext cx="2161946" cy="570585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/>
            <a:t>-Make sure NTP is enabled across the cluster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/>
            <a:t>-</a:t>
          </a:r>
          <a:r>
            <a:rPr lang="en-US" sz="1400" kern="1200" dirty="0" err="1"/>
            <a:t>Passwordless</a:t>
          </a:r>
          <a:r>
            <a:rPr lang="en-US" sz="1400" kern="1200" dirty="0"/>
            <a:t> SSH for root is enabled across the cluster from ms1/ms2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/>
            <a:t>-Configure a VIP network interface dedicated for the active </a:t>
          </a:r>
          <a:r>
            <a:rPr lang="en-US" sz="1400" kern="1200" dirty="0" err="1"/>
            <a:t>xcatmaster</a:t>
          </a:r>
          <a:endParaRPr lang="en-US" sz="1400" kern="1200" dirty="0"/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/>
            <a:t>-VIP for </a:t>
          </a:r>
          <a:r>
            <a:rPr lang="en-US" sz="1400" kern="1200" dirty="0" err="1"/>
            <a:t>xcatmn</a:t>
          </a:r>
          <a:r>
            <a:rPr lang="en-US" sz="1400" kern="1200" dirty="0"/>
            <a:t>: 192.168.248.60 (em3:0) only up on active master node (ms1)</a:t>
          </a:r>
        </a:p>
        <a:p>
          <a:pPr marL="342900" lvl="3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/>
            <a:t>-</a:t>
          </a:r>
          <a:r>
            <a:rPr lang="en-US" sz="1400" kern="1200" dirty="0" err="1"/>
            <a:t>xcatmn</a:t>
          </a:r>
          <a:r>
            <a:rPr lang="en-US" sz="1400" kern="1200" dirty="0"/>
            <a:t> used as </a:t>
          </a:r>
          <a:r>
            <a:rPr lang="en-US" sz="1400" kern="1200" dirty="0" err="1"/>
            <a:t>dhcp</a:t>
          </a:r>
          <a:r>
            <a:rPr lang="en-US" sz="1400" kern="1200" dirty="0"/>
            <a:t> server, </a:t>
          </a:r>
          <a:r>
            <a:rPr lang="en-US" sz="1400" kern="1200" dirty="0" err="1"/>
            <a:t>dns</a:t>
          </a:r>
          <a:r>
            <a:rPr lang="en-US" sz="1400" kern="1200" dirty="0"/>
            <a:t> server, </a:t>
          </a:r>
          <a:r>
            <a:rPr lang="en-US" sz="1400" kern="1200" dirty="0" err="1"/>
            <a:t>tfpserver</a:t>
          </a:r>
          <a:r>
            <a:rPr lang="en-US" sz="1400" kern="1200" dirty="0"/>
            <a:t> in </a:t>
          </a:r>
          <a:r>
            <a:rPr lang="en-US" sz="1400" kern="1200" dirty="0" err="1"/>
            <a:t>mgmt</a:t>
          </a:r>
          <a:r>
            <a:rPr lang="en-US" sz="1400" kern="1200" dirty="0"/>
            <a:t> network</a:t>
          </a:r>
        </a:p>
        <a:p>
          <a:pPr marL="342900" lvl="3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/>
            <a:t>-roary.net domain used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/>
            <a:t>-Host IP for ms1: 192.168.248.61 (em3) | ms2: 192.168.248.62 (em3)</a:t>
          </a:r>
        </a:p>
        <a:p>
          <a:pPr marL="342900" lvl="3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/>
            <a:t>-ms1/ms2 configured as </a:t>
          </a:r>
          <a:r>
            <a:rPr lang="en-US" sz="1400" kern="1200" dirty="0" err="1"/>
            <a:t>ntp</a:t>
          </a:r>
          <a:r>
            <a:rPr lang="en-US" sz="1400" kern="1200" dirty="0"/>
            <a:t>, nameservers on </a:t>
          </a:r>
          <a:r>
            <a:rPr lang="en-US" sz="1400" kern="1200" dirty="0" err="1"/>
            <a:t>xcat</a:t>
          </a:r>
          <a:endParaRPr lang="en-US" sz="1400" kern="1200" dirty="0"/>
        </a:p>
      </dsp:txBody>
      <dsp:txXfrm rot="-5400000">
        <a:off x="3209543" y="1293053"/>
        <a:ext cx="5600318" cy="1950870"/>
      </dsp:txXfrm>
    </dsp:sp>
    <dsp:sp modelId="{FDC72016-C221-4258-BD66-E6AE8748780F}">
      <dsp:nvSpPr>
        <dsp:cNvPr id="0" name=""/>
        <dsp:cNvSpPr/>
      </dsp:nvSpPr>
      <dsp:spPr>
        <a:xfrm>
          <a:off x="45418" y="1135695"/>
          <a:ext cx="3209544" cy="226558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Pre-requisites:</a:t>
          </a:r>
          <a:r>
            <a:rPr lang="en-US" sz="3700" kern="1200" dirty="0"/>
            <a:t> </a:t>
          </a:r>
        </a:p>
      </dsp:txBody>
      <dsp:txXfrm>
        <a:off x="156015" y="1246292"/>
        <a:ext cx="2988350" cy="204438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50DF9E-E76B-4CBA-AF5E-D3B0BF5AE06E}">
      <dsp:nvSpPr>
        <dsp:cNvPr id="0" name=""/>
        <dsp:cNvSpPr/>
      </dsp:nvSpPr>
      <dsp:spPr>
        <a:xfrm rot="5400000">
          <a:off x="5105263" y="-1918222"/>
          <a:ext cx="1177182" cy="507149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/>
            <a:t>Tar downloaded under /home/software/</a:t>
          </a:r>
          <a:r>
            <a:rPr lang="en-US" sz="1400" kern="1200" dirty="0" err="1"/>
            <a:t>xcat</a:t>
          </a:r>
          <a:r>
            <a:rPr lang="en-US" sz="1400" kern="1200" dirty="0"/>
            <a:t>/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/>
            <a:t>Installation launched from </a:t>
          </a:r>
          <a:r>
            <a:rPr lang="en-US" sz="1400" kern="1200" dirty="0" err="1"/>
            <a:t>Xcat</a:t>
          </a:r>
          <a:r>
            <a:rPr lang="en-US" sz="1400" kern="1200" dirty="0"/>
            <a:t>-core / </a:t>
          </a:r>
          <a:r>
            <a:rPr lang="en-US" sz="1400" kern="1200" dirty="0" err="1"/>
            <a:t>xcat</a:t>
          </a:r>
          <a:r>
            <a:rPr lang="en-US" sz="1400" kern="1200" dirty="0"/>
            <a:t>-dep repositories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/>
            <a:t>Installation prefix path: /home/share/</a:t>
          </a:r>
          <a:r>
            <a:rPr lang="en-US" sz="1400" kern="1200" dirty="0" err="1"/>
            <a:t>xCAT</a:t>
          </a:r>
          <a:r>
            <a:rPr lang="en-US" sz="1400" kern="1200" dirty="0"/>
            <a:t>/2.13.3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/>
            <a:t>On active master node mount these </a:t>
          </a:r>
          <a:r>
            <a:rPr lang="en-US" sz="1400" kern="1200" dirty="0" err="1"/>
            <a:t>xcat</a:t>
          </a:r>
          <a:r>
            <a:rPr lang="en-US" sz="1400" kern="1200" dirty="0"/>
            <a:t> partitions from </a:t>
          </a:r>
          <a:r>
            <a:rPr lang="en-US" sz="1400" kern="1200" dirty="0" err="1"/>
            <a:t>lustre</a:t>
          </a:r>
          <a:endParaRPr lang="en-US" sz="1400" kern="1200" dirty="0"/>
        </a:p>
      </dsp:txBody>
      <dsp:txXfrm rot="-5400000">
        <a:off x="3158109" y="86397"/>
        <a:ext cx="5014026" cy="1062252"/>
      </dsp:txXfrm>
    </dsp:sp>
    <dsp:sp modelId="{61F7FC16-E161-4BD7-8547-9AD7A3615229}">
      <dsp:nvSpPr>
        <dsp:cNvPr id="0" name=""/>
        <dsp:cNvSpPr/>
      </dsp:nvSpPr>
      <dsp:spPr>
        <a:xfrm>
          <a:off x="0" y="715"/>
          <a:ext cx="3157839" cy="12336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/>
            <a:t>xCAT</a:t>
          </a:r>
          <a:r>
            <a:rPr lang="en-US" sz="1700" kern="1200" dirty="0"/>
            <a:t> Installed under </a:t>
          </a:r>
          <a:r>
            <a:rPr lang="en-US" sz="1700" kern="1200" dirty="0" err="1"/>
            <a:t>Lustre</a:t>
          </a:r>
          <a:r>
            <a:rPr lang="en-US" sz="1700" kern="1200" dirty="0"/>
            <a:t> FS:</a:t>
          </a:r>
          <a:endParaRPr lang="en-US" sz="1700" kern="1200" dirty="0">
            <a:solidFill>
              <a:schemeClr val="bg1"/>
            </a:solidFill>
          </a:endParaRPr>
        </a:p>
      </dsp:txBody>
      <dsp:txXfrm>
        <a:off x="60220" y="60935"/>
        <a:ext cx="3037399" cy="1113175"/>
      </dsp:txXfrm>
    </dsp:sp>
    <dsp:sp modelId="{7CF1B421-46CD-4E66-BEDF-16A773CDC532}">
      <dsp:nvSpPr>
        <dsp:cNvPr id="0" name=""/>
        <dsp:cNvSpPr/>
      </dsp:nvSpPr>
      <dsp:spPr>
        <a:xfrm rot="5400000">
          <a:off x="3060186" y="-1674850"/>
          <a:ext cx="2057791" cy="8178165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1400" kern="1200" dirty="0"/>
        </a:p>
      </dsp:txBody>
      <dsp:txXfrm rot="-5400000">
        <a:off x="0" y="1485789"/>
        <a:ext cx="8077712" cy="1856885"/>
      </dsp:txXfrm>
    </dsp:sp>
    <dsp:sp modelId="{FDC72016-C221-4258-BD66-E6AE8748780F}">
      <dsp:nvSpPr>
        <dsp:cNvPr id="0" name=""/>
        <dsp:cNvSpPr/>
      </dsp:nvSpPr>
      <dsp:spPr>
        <a:xfrm>
          <a:off x="8114070" y="2410426"/>
          <a:ext cx="45719" cy="5593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700" kern="1200" dirty="0"/>
        </a:p>
      </dsp:txBody>
      <dsp:txXfrm>
        <a:off x="8116302" y="2412658"/>
        <a:ext cx="41255" cy="5146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50DF9E-E76B-4CBA-AF5E-D3B0BF5AE06E}">
      <dsp:nvSpPr>
        <dsp:cNvPr id="0" name=""/>
        <dsp:cNvSpPr/>
      </dsp:nvSpPr>
      <dsp:spPr>
        <a:xfrm rot="5400000">
          <a:off x="4458220" y="-1397706"/>
          <a:ext cx="2275815" cy="526694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 err="1">
              <a:solidFill>
                <a:schemeClr val="accent1">
                  <a:lumMod val="75000"/>
                </a:schemeClr>
              </a:solidFill>
            </a:rPr>
            <a:t>xCAT</a:t>
          </a:r>
          <a:r>
            <a:rPr lang="en-US" sz="1500" kern="1200" dirty="0">
              <a:solidFill>
                <a:schemeClr val="accent1">
                  <a:lumMod val="75000"/>
                </a:schemeClr>
              </a:solidFill>
            </a:rPr>
            <a:t> daemon is </a:t>
          </a:r>
          <a:r>
            <a:rPr lang="en-US" sz="1500" kern="1200" dirty="0" err="1">
              <a:solidFill>
                <a:schemeClr val="accent1">
                  <a:lumMod val="75000"/>
                </a:schemeClr>
              </a:solidFill>
            </a:rPr>
            <a:t>xcatd</a:t>
          </a:r>
          <a:endParaRPr lang="en-US" sz="1500" kern="1200" dirty="0">
            <a:solidFill>
              <a:schemeClr val="accent1">
                <a:lumMod val="75000"/>
              </a:schemeClr>
            </a:solidFill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>
              <a:solidFill>
                <a:schemeClr val="accent1">
                  <a:lumMod val="75000"/>
                </a:schemeClr>
              </a:solidFill>
            </a:rPr>
            <a:t>Manually stop/start </a:t>
          </a:r>
          <a:r>
            <a:rPr lang="en-US" sz="1500" kern="1200" dirty="0" err="1">
              <a:solidFill>
                <a:schemeClr val="accent1">
                  <a:lumMod val="75000"/>
                </a:schemeClr>
              </a:solidFill>
            </a:rPr>
            <a:t>xCAT</a:t>
          </a:r>
          <a:r>
            <a:rPr lang="en-US" sz="1500" kern="1200" dirty="0">
              <a:solidFill>
                <a:schemeClr val="accent1">
                  <a:lumMod val="75000"/>
                </a:schemeClr>
              </a:solidFill>
            </a:rPr>
            <a:t> on master node (ms1/ms2)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>
              <a:solidFill>
                <a:schemeClr val="accent1">
                  <a:lumMod val="75000"/>
                </a:schemeClr>
              </a:solidFill>
            </a:rPr>
            <a:t>This will stop/start </a:t>
          </a:r>
          <a:r>
            <a:rPr lang="en-US" sz="1500" kern="1200" dirty="0" err="1">
              <a:solidFill>
                <a:schemeClr val="accent1">
                  <a:lumMod val="75000"/>
                </a:schemeClr>
              </a:solidFill>
            </a:rPr>
            <a:t>xCAT</a:t>
          </a:r>
          <a:r>
            <a:rPr lang="en-US" sz="1500" kern="1200" dirty="0">
              <a:solidFill>
                <a:schemeClr val="accent1">
                  <a:lumMod val="75000"/>
                </a:schemeClr>
              </a:solidFill>
            </a:rPr>
            <a:t> daemons, </a:t>
          </a:r>
          <a:r>
            <a:rPr lang="en-US" sz="1500" kern="1200" dirty="0" err="1">
              <a:solidFill>
                <a:schemeClr val="accent1">
                  <a:lumMod val="75000"/>
                </a:schemeClr>
              </a:solidFill>
            </a:rPr>
            <a:t>dhcp</a:t>
          </a:r>
          <a:r>
            <a:rPr lang="en-US" sz="1500" kern="1200" dirty="0">
              <a:solidFill>
                <a:schemeClr val="accent1">
                  <a:lumMod val="75000"/>
                </a:schemeClr>
              </a:solidFill>
            </a:rPr>
            <a:t>, unmount </a:t>
          </a:r>
          <a:r>
            <a:rPr lang="en-US" sz="1500" kern="1200" dirty="0" err="1">
              <a:solidFill>
                <a:schemeClr val="accent1">
                  <a:lumMod val="75000"/>
                </a:schemeClr>
              </a:solidFill>
            </a:rPr>
            <a:t>lustre</a:t>
          </a:r>
          <a:r>
            <a:rPr lang="en-US" sz="1500" kern="1200" dirty="0">
              <a:solidFill>
                <a:schemeClr val="accent1">
                  <a:lumMod val="75000"/>
                </a:schemeClr>
              </a:solidFill>
            </a:rPr>
            <a:t>, stop/start VIP NIC interface em3:0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 err="1">
              <a:solidFill>
                <a:schemeClr val="accent1">
                  <a:lumMod val="75000"/>
                </a:schemeClr>
              </a:solidFill>
            </a:rPr>
            <a:t>xCAT</a:t>
          </a:r>
          <a:r>
            <a:rPr lang="en-US" sz="1500" kern="1200" dirty="0">
              <a:solidFill>
                <a:schemeClr val="accent1">
                  <a:lumMod val="75000"/>
                </a:schemeClr>
              </a:solidFill>
            </a:rPr>
            <a:t> script to stop/start </a:t>
          </a:r>
          <a:r>
            <a:rPr lang="en-US" sz="1500" kern="1200" dirty="0" err="1">
              <a:solidFill>
                <a:schemeClr val="accent1">
                  <a:lumMod val="75000"/>
                </a:schemeClr>
              </a:solidFill>
            </a:rPr>
            <a:t>xCAT</a:t>
          </a:r>
          <a:r>
            <a:rPr lang="en-US" sz="1500" kern="1200" dirty="0">
              <a:solidFill>
                <a:schemeClr val="accent1">
                  <a:lumMod val="75000"/>
                </a:schemeClr>
              </a:solidFill>
            </a:rPr>
            <a:t> daemons located under /bin/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400" kern="1200" dirty="0"/>
            <a:t>-stop-</a:t>
          </a:r>
          <a:r>
            <a:rPr lang="en-US" sz="1400" kern="1200" dirty="0" err="1"/>
            <a:t>xcatmn</a:t>
          </a:r>
          <a:r>
            <a:rPr lang="en-US" sz="1400" kern="1200" dirty="0"/>
            <a:t> &gt; /home/share/</a:t>
          </a:r>
          <a:r>
            <a:rPr lang="en-US" sz="1400" kern="1200" dirty="0" err="1"/>
            <a:t>xCAT</a:t>
          </a:r>
          <a:r>
            <a:rPr lang="en-US" sz="1400" kern="1200" dirty="0"/>
            <a:t>/2.13.3/script/stop-</a:t>
          </a:r>
          <a:r>
            <a:rPr lang="en-US" sz="1400" kern="1200" dirty="0" err="1"/>
            <a:t>xcatmn</a:t>
          </a:r>
          <a:endParaRPr lang="en-US" sz="1400" kern="1200" dirty="0"/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400" kern="1200" dirty="0"/>
            <a:t>-start-</a:t>
          </a:r>
          <a:r>
            <a:rPr lang="en-US" sz="1400" kern="1200" dirty="0" err="1"/>
            <a:t>xcatmn</a:t>
          </a:r>
          <a:r>
            <a:rPr lang="en-US" sz="1400" kern="1200" dirty="0"/>
            <a:t> &gt; /home/share/</a:t>
          </a:r>
          <a:r>
            <a:rPr lang="en-US" sz="1400" kern="1200" dirty="0" err="1"/>
            <a:t>xCAT</a:t>
          </a:r>
          <a:r>
            <a:rPr lang="en-US" sz="1400" kern="1200" dirty="0"/>
            <a:t>/2.13.3/script/start-</a:t>
          </a:r>
          <a:r>
            <a:rPr lang="en-US" sz="1400" kern="1200" dirty="0" err="1"/>
            <a:t>xcatmn</a:t>
          </a:r>
          <a:endParaRPr lang="en-US" sz="1400" kern="1200" dirty="0"/>
        </a:p>
      </dsp:txBody>
      <dsp:txXfrm rot="-5400000">
        <a:off x="2962656" y="208954"/>
        <a:ext cx="5155848" cy="2053623"/>
      </dsp:txXfrm>
    </dsp:sp>
    <dsp:sp modelId="{61F7FC16-E161-4BD7-8547-9AD7A3615229}">
      <dsp:nvSpPr>
        <dsp:cNvPr id="0" name=""/>
        <dsp:cNvSpPr/>
      </dsp:nvSpPr>
      <dsp:spPr>
        <a:xfrm>
          <a:off x="41924" y="43675"/>
          <a:ext cx="2962656" cy="23841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>
              <a:solidFill>
                <a:schemeClr val="bg1"/>
              </a:solidFill>
            </a:rPr>
            <a:t>xCAT</a:t>
          </a:r>
          <a:r>
            <a:rPr lang="en-US" sz="1700" kern="1200" dirty="0">
              <a:solidFill>
                <a:schemeClr val="bg1"/>
              </a:solidFill>
            </a:rPr>
            <a:t>  stop/start scripts:</a:t>
          </a:r>
        </a:p>
      </dsp:txBody>
      <dsp:txXfrm>
        <a:off x="158310" y="160061"/>
        <a:ext cx="2729884" cy="215140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50DF9E-E76B-4CBA-AF5E-D3B0BF5AE06E}">
      <dsp:nvSpPr>
        <dsp:cNvPr id="0" name=""/>
        <dsp:cNvSpPr/>
      </dsp:nvSpPr>
      <dsp:spPr>
        <a:xfrm rot="5400000">
          <a:off x="4922718" y="-1902150"/>
          <a:ext cx="1346819" cy="526694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 err="1">
              <a:solidFill>
                <a:schemeClr val="accent1">
                  <a:lumMod val="75000"/>
                </a:schemeClr>
              </a:solidFill>
            </a:rPr>
            <a:t>Lustre</a:t>
          </a:r>
          <a:r>
            <a:rPr lang="en-US" sz="1400" kern="1200" dirty="0">
              <a:solidFill>
                <a:schemeClr val="accent1">
                  <a:lumMod val="75000"/>
                </a:schemeClr>
              </a:solidFill>
            </a:rPr>
            <a:t> Location: /home/share/</a:t>
          </a:r>
          <a:r>
            <a:rPr lang="en-US" sz="1400" kern="1200" dirty="0" err="1">
              <a:solidFill>
                <a:schemeClr val="accent1">
                  <a:lumMod val="75000"/>
                </a:schemeClr>
              </a:solidFill>
            </a:rPr>
            <a:t>xCAT</a:t>
          </a:r>
          <a:r>
            <a:rPr lang="en-US" sz="1400" kern="1200" dirty="0">
              <a:solidFill>
                <a:schemeClr val="accent1">
                  <a:lumMod val="75000"/>
                </a:schemeClr>
              </a:solidFill>
            </a:rPr>
            <a:t>/2.13.3/</a:t>
          </a:r>
          <a:r>
            <a:rPr lang="en-US" sz="1400" kern="1200" dirty="0" err="1">
              <a:solidFill>
                <a:schemeClr val="accent1">
                  <a:lumMod val="75000"/>
                </a:schemeClr>
              </a:solidFill>
            </a:rPr>
            <a:t>etc</a:t>
          </a:r>
          <a:r>
            <a:rPr lang="en-US" sz="1400" kern="1200" dirty="0">
              <a:solidFill>
                <a:schemeClr val="accent1">
                  <a:lumMod val="75000"/>
                </a:schemeClr>
              </a:solidFill>
            </a:rPr>
            <a:t>/</a:t>
          </a:r>
          <a:r>
            <a:rPr lang="en-US" sz="1400" kern="1200" dirty="0" err="1">
              <a:solidFill>
                <a:schemeClr val="accent1">
                  <a:lumMod val="75000"/>
                </a:schemeClr>
              </a:solidFill>
            </a:rPr>
            <a:t>xcat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 err="1"/>
            <a:t>xCAT</a:t>
          </a:r>
          <a:r>
            <a:rPr lang="en-US" sz="1400" kern="1200" dirty="0"/>
            <a:t> configurations are stored in multiple tables on the SQLite DB – located under /</a:t>
          </a:r>
          <a:r>
            <a:rPr lang="en-US" sz="1400" kern="1200" dirty="0" err="1"/>
            <a:t>etc</a:t>
          </a:r>
          <a:r>
            <a:rPr lang="en-US" sz="1400" kern="1200" dirty="0"/>
            <a:t>/</a:t>
          </a:r>
          <a:r>
            <a:rPr lang="en-US" sz="1400" kern="1200" dirty="0" err="1"/>
            <a:t>xcat</a:t>
          </a:r>
          <a:r>
            <a:rPr lang="en-US" sz="1400" kern="1200" dirty="0"/>
            <a:t> (mount from </a:t>
          </a:r>
          <a:r>
            <a:rPr lang="en-US" sz="1400" kern="1200" dirty="0" err="1"/>
            <a:t>lustre</a:t>
          </a:r>
          <a:r>
            <a:rPr lang="en-US" sz="1400" kern="1200" dirty="0"/>
            <a:t>)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1400" kern="1200" dirty="0"/>
        </a:p>
      </dsp:txBody>
      <dsp:txXfrm rot="-5400000">
        <a:off x="2962656" y="123658"/>
        <a:ext cx="5201198" cy="1215327"/>
      </dsp:txXfrm>
    </dsp:sp>
    <dsp:sp modelId="{61F7FC16-E161-4BD7-8547-9AD7A3615229}">
      <dsp:nvSpPr>
        <dsp:cNvPr id="0" name=""/>
        <dsp:cNvSpPr/>
      </dsp:nvSpPr>
      <dsp:spPr>
        <a:xfrm>
          <a:off x="41924" y="25847"/>
          <a:ext cx="2962656" cy="141094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>
              <a:solidFill>
                <a:schemeClr val="bg1"/>
              </a:solidFill>
            </a:rPr>
            <a:t>xCAT</a:t>
          </a:r>
          <a:r>
            <a:rPr lang="en-US" sz="1700" kern="1200" dirty="0">
              <a:solidFill>
                <a:schemeClr val="bg1"/>
              </a:solidFill>
            </a:rPr>
            <a:t> Configuration Files:</a:t>
          </a:r>
        </a:p>
      </dsp:txBody>
      <dsp:txXfrm>
        <a:off x="110801" y="94724"/>
        <a:ext cx="2824902" cy="127319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50DF9E-E76B-4CBA-AF5E-D3B0BF5AE06E}">
      <dsp:nvSpPr>
        <dsp:cNvPr id="0" name=""/>
        <dsp:cNvSpPr/>
      </dsp:nvSpPr>
      <dsp:spPr>
        <a:xfrm rot="5400000">
          <a:off x="4366485" y="-1860631"/>
          <a:ext cx="1919927" cy="580630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 err="1"/>
            <a:t>xCAT</a:t>
          </a:r>
          <a:r>
            <a:rPr lang="en-US" sz="1400" kern="1200" dirty="0"/>
            <a:t> Objects (has 20 Types): most important are node, group, </a:t>
          </a:r>
          <a:r>
            <a:rPr lang="en-US" sz="1400" kern="1200" dirty="0" err="1"/>
            <a:t>osimage</a:t>
          </a:r>
          <a:r>
            <a:rPr lang="en-US" sz="1400" kern="1200" dirty="0"/>
            <a:t> objects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/>
            <a:t>Global Configuration: some configuration must be set before starting using </a:t>
          </a:r>
          <a:r>
            <a:rPr lang="en-US" sz="1400" kern="1200" dirty="0" err="1"/>
            <a:t>xCAT</a:t>
          </a:r>
          <a:r>
            <a:rPr lang="en-US" sz="1400" kern="1200" dirty="0"/>
            <a:t> on the site, policy, passwd and networks table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 err="1"/>
            <a:t>xCAT</a:t>
          </a:r>
          <a:r>
            <a:rPr lang="en-US" sz="1400" kern="1200" dirty="0"/>
            <a:t> Database: All data for the </a:t>
          </a:r>
          <a:r>
            <a:rPr lang="en-US" sz="1400" kern="1200" dirty="0" err="1"/>
            <a:t>xCAT</a:t>
          </a:r>
          <a:r>
            <a:rPr lang="en-US" sz="1400" kern="1200" dirty="0"/>
            <a:t> Objects and global configuration are stored in </a:t>
          </a:r>
          <a:r>
            <a:rPr lang="en-US" sz="1400" kern="1200" dirty="0" err="1"/>
            <a:t>xCAT</a:t>
          </a:r>
          <a:r>
            <a:rPr lang="en-US" sz="1400" kern="1200" dirty="0"/>
            <a:t> Database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 err="1"/>
            <a:t>xCAT</a:t>
          </a:r>
          <a:r>
            <a:rPr lang="en-US" sz="1400" kern="1200" dirty="0"/>
            <a:t> Network: requires understanding of the network in order to be able to centrally managed the servers remotely</a:t>
          </a:r>
        </a:p>
      </dsp:txBody>
      <dsp:txXfrm rot="-5400000">
        <a:off x="2423299" y="176278"/>
        <a:ext cx="5712578" cy="1732481"/>
      </dsp:txXfrm>
    </dsp:sp>
    <dsp:sp modelId="{61F7FC16-E161-4BD7-8547-9AD7A3615229}">
      <dsp:nvSpPr>
        <dsp:cNvPr id="0" name=""/>
        <dsp:cNvSpPr/>
      </dsp:nvSpPr>
      <dsp:spPr>
        <a:xfrm>
          <a:off x="35106" y="36845"/>
          <a:ext cx="2421624" cy="20113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>
              <a:solidFill>
                <a:schemeClr val="bg1"/>
              </a:solidFill>
            </a:rPr>
            <a:t>xCAT</a:t>
          </a:r>
          <a:r>
            <a:rPr lang="en-US" sz="1700" kern="1200" dirty="0">
              <a:solidFill>
                <a:schemeClr val="bg1"/>
              </a:solidFill>
            </a:rPr>
            <a:t> Basic Concepts:</a:t>
          </a:r>
        </a:p>
      </dsp:txBody>
      <dsp:txXfrm>
        <a:off x="133292" y="135031"/>
        <a:ext cx="2225252" cy="181497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50DF9E-E76B-4CBA-AF5E-D3B0BF5AE06E}">
      <dsp:nvSpPr>
        <dsp:cNvPr id="0" name=""/>
        <dsp:cNvSpPr/>
      </dsp:nvSpPr>
      <dsp:spPr>
        <a:xfrm rot="5400000">
          <a:off x="4582874" y="-2095629"/>
          <a:ext cx="1487150" cy="580630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 err="1"/>
            <a:t>tabdump</a:t>
          </a:r>
          <a:r>
            <a:rPr lang="en-US" sz="1400" kern="1200" dirty="0"/>
            <a:t>: Display headers and all rows of table in CSV format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 err="1"/>
            <a:t>tabedit</a:t>
          </a:r>
          <a:r>
            <a:rPr lang="en-US" sz="1400" kern="1200" dirty="0"/>
            <a:t>: Open table in edit mode in flat CSV format and save changes with :</a:t>
          </a:r>
          <a:r>
            <a:rPr lang="en-US" sz="1400" kern="1200" dirty="0" err="1"/>
            <a:t>wq</a:t>
          </a:r>
          <a:r>
            <a:rPr lang="en-US" sz="1400" kern="1200" dirty="0"/>
            <a:t> (like vi)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b="0" kern="1200" dirty="0" err="1"/>
            <a:t>chtab</a:t>
          </a:r>
          <a:r>
            <a:rPr lang="en-US" sz="1400" b="0" kern="1200" dirty="0"/>
            <a:t>: Add/delete/update rows in the database tables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 err="1"/>
            <a:t>tabgrep</a:t>
          </a:r>
          <a:r>
            <a:rPr lang="en-US" sz="1400" kern="1200" dirty="0"/>
            <a:t>: List table names in which an entry for the given node appears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/>
            <a:t>Sample: </a:t>
          </a:r>
          <a:r>
            <a:rPr lang="en-US" sz="1400" kern="1200" dirty="0" err="1"/>
            <a:t>tabdump</a:t>
          </a:r>
          <a:r>
            <a:rPr lang="en-US" sz="1400" kern="1200" dirty="0"/>
            <a:t> site | </a:t>
          </a:r>
          <a:r>
            <a:rPr lang="en-US" sz="1400" kern="1200" dirty="0" err="1"/>
            <a:t>tabedit</a:t>
          </a:r>
          <a:r>
            <a:rPr lang="en-US" sz="1400" kern="1200" dirty="0"/>
            <a:t> site | </a:t>
          </a:r>
          <a:r>
            <a:rPr lang="en-US" sz="1400" kern="1200" dirty="0" err="1"/>
            <a:t>tabgrep</a:t>
          </a:r>
          <a:r>
            <a:rPr lang="en-US" sz="1400" kern="1200" dirty="0"/>
            <a:t> n055 | </a:t>
          </a:r>
          <a:r>
            <a:rPr lang="en-US" sz="1400" kern="1200" dirty="0" err="1"/>
            <a:t>chtab</a:t>
          </a:r>
          <a:r>
            <a:rPr lang="en-US" sz="1400" kern="1200" dirty="0"/>
            <a:t> node=node1 </a:t>
          </a:r>
          <a:r>
            <a:rPr lang="en-US" sz="1400" kern="1200" dirty="0" err="1"/>
            <a:t>nodelist.groups</a:t>
          </a:r>
          <a:r>
            <a:rPr lang="en-US" sz="1400" kern="1200" dirty="0"/>
            <a:t>=all</a:t>
          </a:r>
        </a:p>
      </dsp:txBody>
      <dsp:txXfrm rot="-5400000">
        <a:off x="2423299" y="136543"/>
        <a:ext cx="5733704" cy="1341956"/>
      </dsp:txXfrm>
    </dsp:sp>
    <dsp:sp modelId="{61F7FC16-E161-4BD7-8547-9AD7A3615229}">
      <dsp:nvSpPr>
        <dsp:cNvPr id="0" name=""/>
        <dsp:cNvSpPr/>
      </dsp:nvSpPr>
      <dsp:spPr>
        <a:xfrm>
          <a:off x="35106" y="28540"/>
          <a:ext cx="2421624" cy="15579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schemeClr val="bg1"/>
              </a:solidFill>
            </a:rPr>
            <a:t>Manipulate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>
              <a:solidFill>
                <a:schemeClr val="bg1"/>
              </a:solidFill>
            </a:rPr>
            <a:t>xCAT</a:t>
          </a:r>
          <a:r>
            <a:rPr lang="en-US" sz="1700" kern="1200" dirty="0">
              <a:solidFill>
                <a:schemeClr val="bg1"/>
              </a:solidFill>
            </a:rPr>
            <a:t> DB Tables:</a:t>
          </a:r>
        </a:p>
      </dsp:txBody>
      <dsp:txXfrm>
        <a:off x="111159" y="104593"/>
        <a:ext cx="2269518" cy="140585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50DF9E-E76B-4CBA-AF5E-D3B0BF5AE06E}">
      <dsp:nvSpPr>
        <dsp:cNvPr id="0" name=""/>
        <dsp:cNvSpPr/>
      </dsp:nvSpPr>
      <dsp:spPr>
        <a:xfrm rot="5400000">
          <a:off x="4791179" y="-1823377"/>
          <a:ext cx="1615040" cy="526180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/>
            <a:t>site: Global settings for entire cluster (</a:t>
          </a:r>
          <a:r>
            <a:rPr lang="en-US" sz="1400" kern="1200" dirty="0" err="1"/>
            <a:t>tabdump</a:t>
          </a:r>
          <a:r>
            <a:rPr lang="en-US" sz="1400" kern="1200" dirty="0"/>
            <a:t> site)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/>
            <a:t>policy: Controls who has authority to run specific </a:t>
          </a:r>
          <a:r>
            <a:rPr lang="en-US" sz="1400" kern="1200" dirty="0" err="1"/>
            <a:t>xCAT</a:t>
          </a:r>
          <a:r>
            <a:rPr lang="en-US" sz="1400" kern="1200" dirty="0"/>
            <a:t> operations (ACL)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/>
            <a:t>passwd: Contains default </a:t>
          </a:r>
          <a:r>
            <a:rPr lang="en-US" sz="1400" kern="1200" dirty="0" err="1"/>
            <a:t>userids</a:t>
          </a:r>
          <a:r>
            <a:rPr lang="en-US" sz="1400" kern="1200" dirty="0"/>
            <a:t> and passwords for </a:t>
          </a:r>
          <a:r>
            <a:rPr lang="en-US" sz="1400" kern="1200" dirty="0" err="1"/>
            <a:t>xCAT</a:t>
          </a:r>
          <a:r>
            <a:rPr lang="en-US" sz="1400" kern="1200" dirty="0"/>
            <a:t> to access cluster components used during config/install and for SP (</a:t>
          </a:r>
          <a:r>
            <a:rPr lang="en-US" sz="1400" kern="1200" dirty="0" err="1"/>
            <a:t>bmc</a:t>
          </a:r>
          <a:r>
            <a:rPr lang="en-US" sz="1400" kern="1200" dirty="0"/>
            <a:t>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/>
            <a:t>networks: Contains the network definitions in the cluster</a:t>
          </a:r>
        </a:p>
      </dsp:txBody>
      <dsp:txXfrm rot="-5400000">
        <a:off x="2967799" y="78843"/>
        <a:ext cx="5182960" cy="1457360"/>
      </dsp:txXfrm>
    </dsp:sp>
    <dsp:sp modelId="{61F7FC16-E161-4BD7-8547-9AD7A3615229}">
      <dsp:nvSpPr>
        <dsp:cNvPr id="0" name=""/>
        <dsp:cNvSpPr/>
      </dsp:nvSpPr>
      <dsp:spPr>
        <a:xfrm>
          <a:off x="45902" y="0"/>
          <a:ext cx="2959762" cy="15579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schemeClr val="bg1"/>
              </a:solidFill>
            </a:rPr>
            <a:t>Global Configuration:</a:t>
          </a:r>
        </a:p>
      </dsp:txBody>
      <dsp:txXfrm>
        <a:off x="121955" y="76053"/>
        <a:ext cx="2807656" cy="140585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50DF9E-E76B-4CBA-AF5E-D3B0BF5AE06E}">
      <dsp:nvSpPr>
        <dsp:cNvPr id="0" name=""/>
        <dsp:cNvSpPr/>
      </dsp:nvSpPr>
      <dsp:spPr>
        <a:xfrm rot="5400000">
          <a:off x="4326081" y="-1355787"/>
          <a:ext cx="2545236" cy="526180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400" kern="1200" dirty="0" err="1">
              <a:solidFill>
                <a:schemeClr val="accent1">
                  <a:lumMod val="75000"/>
                </a:schemeClr>
              </a:solidFill>
            </a:rPr>
            <a:t>xCAT</a:t>
          </a:r>
          <a:r>
            <a:rPr lang="en-US" sz="1400" kern="1200" dirty="0">
              <a:solidFill>
                <a:schemeClr val="accent1">
                  <a:lumMod val="75000"/>
                </a:schemeClr>
              </a:solidFill>
            </a:rPr>
            <a:t> has 20 types of objects - most important are: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400" kern="1200" dirty="0"/>
            <a:t>- Node Object: The </a:t>
          </a:r>
          <a:r>
            <a:rPr lang="en-US" sz="1400" b="0" kern="1200" dirty="0"/>
            <a:t>node</a:t>
          </a:r>
          <a:r>
            <a:rPr lang="en-US" sz="1400" kern="1200" dirty="0"/>
            <a:t> is the most important and used object in </a:t>
          </a:r>
          <a:r>
            <a:rPr lang="en-US" sz="1400" kern="1200" dirty="0" err="1"/>
            <a:t>xCAT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400" kern="1200" dirty="0"/>
            <a:t>- Group Object: Includes multiple </a:t>
          </a:r>
          <a:r>
            <a:rPr lang="en-US" sz="1400" b="0" kern="1200" dirty="0"/>
            <a:t>node object, help handle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400" b="0" kern="1200" dirty="0"/>
            <a:t>multiple nodes via group. Node Inherit attributes from group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400" b="0" kern="1200" dirty="0"/>
            <a:t>objects (</a:t>
          </a:r>
          <a:r>
            <a:rPr lang="en-US" sz="1400" b="0" kern="1200" dirty="0" err="1"/>
            <a:t>rpower</a:t>
          </a:r>
          <a:r>
            <a:rPr lang="en-US" sz="1400" b="0" kern="1200" dirty="0"/>
            <a:t> </a:t>
          </a:r>
          <a:r>
            <a:rPr lang="en-US" sz="1400" b="0" kern="1200" dirty="0" err="1"/>
            <a:t>groupname</a:t>
          </a:r>
          <a:r>
            <a:rPr lang="en-US" sz="1400" b="0" kern="1200" dirty="0"/>
            <a:t> stat vs </a:t>
          </a:r>
          <a:r>
            <a:rPr lang="en-US" sz="1400" b="0" kern="1200" dirty="0" err="1"/>
            <a:t>rpower</a:t>
          </a:r>
          <a:r>
            <a:rPr lang="en-US" sz="1400" b="0" kern="1200" dirty="0"/>
            <a:t> node stat)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400" kern="1200" dirty="0"/>
            <a:t>- </a:t>
          </a:r>
          <a:r>
            <a:rPr lang="en-US" sz="1400" kern="1200" dirty="0" err="1"/>
            <a:t>Osimage</a:t>
          </a:r>
          <a:r>
            <a:rPr lang="en-US" sz="1400" kern="1200" dirty="0"/>
            <a:t> Object: object represents Operating System which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400" kern="1200" dirty="0"/>
            <a:t>can be deployed with </a:t>
          </a:r>
          <a:r>
            <a:rPr lang="en-US" sz="1400" kern="1200" dirty="0" err="1"/>
            <a:t>xCAT</a:t>
          </a:r>
          <a:r>
            <a:rPr lang="en-US" sz="1400" kern="1200" dirty="0"/>
            <a:t> (centos7.8, centos7.9)</a:t>
          </a:r>
        </a:p>
      </dsp:txBody>
      <dsp:txXfrm rot="-5400000">
        <a:off x="2967799" y="126743"/>
        <a:ext cx="5137552" cy="2296740"/>
      </dsp:txXfrm>
    </dsp:sp>
    <dsp:sp modelId="{61F7FC16-E161-4BD7-8547-9AD7A3615229}">
      <dsp:nvSpPr>
        <dsp:cNvPr id="0" name=""/>
        <dsp:cNvSpPr/>
      </dsp:nvSpPr>
      <dsp:spPr>
        <a:xfrm>
          <a:off x="45902" y="1242"/>
          <a:ext cx="2959762" cy="25452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schemeClr val="bg1"/>
              </a:solidFill>
            </a:rPr>
            <a:t>Objects:</a:t>
          </a:r>
        </a:p>
      </dsp:txBody>
      <dsp:txXfrm>
        <a:off x="170151" y="125491"/>
        <a:ext cx="2711264" cy="2296748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50DF9E-E76B-4CBA-AF5E-D3B0BF5AE06E}">
      <dsp:nvSpPr>
        <dsp:cNvPr id="0" name=""/>
        <dsp:cNvSpPr/>
      </dsp:nvSpPr>
      <dsp:spPr>
        <a:xfrm rot="5400000">
          <a:off x="4328873" y="-1819785"/>
          <a:ext cx="1995151" cy="580630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 err="1">
              <a:solidFill>
                <a:schemeClr val="accent1">
                  <a:lumMod val="75000"/>
                </a:schemeClr>
              </a:solidFill>
            </a:rPr>
            <a:t>dumpxCATdb</a:t>
          </a:r>
          <a:r>
            <a:rPr lang="en-US" sz="1400" kern="1200" dirty="0">
              <a:solidFill>
                <a:schemeClr val="accent1">
                  <a:lumMod val="75000"/>
                </a:schemeClr>
              </a:solidFill>
            </a:rPr>
            <a:t>: Dump all </a:t>
          </a:r>
          <a:r>
            <a:rPr lang="en-US" sz="1400" kern="1200" dirty="0" err="1">
              <a:solidFill>
                <a:schemeClr val="accent1">
                  <a:lumMod val="75000"/>
                </a:schemeClr>
              </a:solidFill>
            </a:rPr>
            <a:t>xCAT</a:t>
          </a:r>
          <a:r>
            <a:rPr lang="en-US" sz="1400" kern="1200" dirty="0">
              <a:solidFill>
                <a:schemeClr val="accent1">
                  <a:lumMod val="75000"/>
                </a:schemeClr>
              </a:solidFill>
            </a:rPr>
            <a:t> </a:t>
          </a:r>
          <a:r>
            <a:rPr lang="en-US" sz="1400" kern="1200" dirty="0" err="1">
              <a:solidFill>
                <a:schemeClr val="accent1">
                  <a:lumMod val="75000"/>
                </a:schemeClr>
              </a:solidFill>
            </a:rPr>
            <a:t>db</a:t>
          </a:r>
          <a:r>
            <a:rPr lang="en-US" sz="1400" kern="1200" dirty="0">
              <a:solidFill>
                <a:schemeClr val="accent1">
                  <a:lumMod val="75000"/>
                </a:schemeClr>
              </a:solidFill>
            </a:rPr>
            <a:t> tables to CSV files under specified directory (often used for </a:t>
          </a:r>
          <a:r>
            <a:rPr lang="en-US" sz="1400" kern="1200" dirty="0" err="1">
              <a:solidFill>
                <a:schemeClr val="accent1">
                  <a:lumMod val="75000"/>
                </a:schemeClr>
              </a:solidFill>
            </a:rPr>
            <a:t>xCAT</a:t>
          </a:r>
          <a:r>
            <a:rPr lang="en-US" sz="1400" kern="1200" dirty="0">
              <a:solidFill>
                <a:schemeClr val="accent1">
                  <a:lumMod val="75000"/>
                </a:schemeClr>
              </a:solidFill>
            </a:rPr>
            <a:t> reinstallation or migration)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>
              <a:solidFill>
                <a:schemeClr val="accent1">
                  <a:lumMod val="75000"/>
                </a:schemeClr>
              </a:solidFill>
            </a:rPr>
            <a:t>Daily </a:t>
          </a:r>
          <a:r>
            <a:rPr lang="en-US" sz="1400" kern="1200" dirty="0" err="1">
              <a:solidFill>
                <a:schemeClr val="accent1">
                  <a:lumMod val="75000"/>
                </a:schemeClr>
              </a:solidFill>
            </a:rPr>
            <a:t>cron</a:t>
          </a:r>
          <a:r>
            <a:rPr lang="en-US" sz="1400" kern="1200" dirty="0">
              <a:solidFill>
                <a:schemeClr val="accent1">
                  <a:lumMod val="75000"/>
                </a:schemeClr>
              </a:solidFill>
            </a:rPr>
            <a:t> job to backup DB tables (7 days kept in /home/share/scripts/</a:t>
          </a:r>
          <a:r>
            <a:rPr lang="en-US" sz="1400" kern="1200" dirty="0" err="1">
              <a:solidFill>
                <a:schemeClr val="accent1">
                  <a:lumMod val="75000"/>
                </a:schemeClr>
              </a:solidFill>
            </a:rPr>
            <a:t>xCAT</a:t>
          </a:r>
          <a:r>
            <a:rPr lang="en-US" sz="1400" kern="1200" dirty="0">
              <a:solidFill>
                <a:schemeClr val="accent1">
                  <a:lumMod val="75000"/>
                </a:schemeClr>
              </a:solidFill>
            </a:rPr>
            <a:t>/compressed)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400" kern="1200" dirty="0"/>
            <a:t>## Backup </a:t>
          </a:r>
          <a:r>
            <a:rPr lang="en-US" sz="1400" kern="1200" dirty="0" err="1"/>
            <a:t>xCAT</a:t>
          </a:r>
          <a:r>
            <a:rPr lang="en-US" sz="1400" kern="1200" dirty="0"/>
            <a:t> Database on ms1 - Daily ##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400" kern="1200" dirty="0"/>
            <a:t>0 4 * * * /home/share/scripts/xCAT/xCATdump.sh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>
              <a:solidFill>
                <a:schemeClr val="accent1">
                  <a:lumMod val="75000"/>
                </a:schemeClr>
              </a:solidFill>
            </a:rPr>
            <a:t>To dump the </a:t>
          </a:r>
          <a:r>
            <a:rPr lang="en-US" sz="1400" kern="1200" dirty="0" err="1">
              <a:solidFill>
                <a:schemeClr val="accent1">
                  <a:lumMod val="75000"/>
                </a:schemeClr>
              </a:solidFill>
            </a:rPr>
            <a:t>xCAT</a:t>
          </a:r>
          <a:r>
            <a:rPr lang="en-US" sz="1400" kern="1200" dirty="0">
              <a:solidFill>
                <a:schemeClr val="accent1">
                  <a:lumMod val="75000"/>
                </a:schemeClr>
              </a:solidFill>
            </a:rPr>
            <a:t> database </a:t>
          </a:r>
          <a:r>
            <a:rPr lang="en-US" sz="1400" u="sng" kern="1200" dirty="0">
              <a:solidFill>
                <a:schemeClr val="accent1">
                  <a:lumMod val="75000"/>
                </a:schemeClr>
              </a:solidFill>
            </a:rPr>
            <a:t>into backup directory</a:t>
          </a:r>
          <a:r>
            <a:rPr lang="en-US" sz="1400" kern="1200" dirty="0">
              <a:solidFill>
                <a:schemeClr val="accent1">
                  <a:lumMod val="75000"/>
                </a:schemeClr>
              </a:solidFill>
            </a:rPr>
            <a:t>, including the </a:t>
          </a:r>
          <a:r>
            <a:rPr lang="en-US" sz="1400" kern="1200" dirty="0" err="1">
              <a:solidFill>
                <a:schemeClr val="accent1">
                  <a:lumMod val="75000"/>
                </a:schemeClr>
              </a:solidFill>
            </a:rPr>
            <a:t>auditlog</a:t>
          </a:r>
          <a:r>
            <a:rPr lang="en-US" sz="1400" kern="1200" dirty="0">
              <a:solidFill>
                <a:schemeClr val="accent1">
                  <a:lumMod val="75000"/>
                </a:schemeClr>
              </a:solidFill>
            </a:rPr>
            <a:t> and </a:t>
          </a:r>
          <a:r>
            <a:rPr lang="en-US" sz="1400" kern="1200" dirty="0" err="1">
              <a:solidFill>
                <a:schemeClr val="accent1">
                  <a:lumMod val="75000"/>
                </a:schemeClr>
              </a:solidFill>
            </a:rPr>
            <a:t>eventlog</a:t>
          </a:r>
          <a:r>
            <a:rPr lang="en-US" sz="1400" kern="1200" dirty="0">
              <a:solidFill>
                <a:schemeClr val="accent1">
                  <a:lumMod val="75000"/>
                </a:schemeClr>
              </a:solidFill>
            </a:rPr>
            <a:t> enter: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400" kern="1200" dirty="0" err="1"/>
            <a:t>dumpxCATdb</a:t>
          </a:r>
          <a:r>
            <a:rPr lang="en-US" sz="1400" kern="1200" dirty="0"/>
            <a:t> -a -p /home/share/scripts/</a:t>
          </a:r>
          <a:r>
            <a:rPr lang="en-US" sz="1400" kern="1200" dirty="0" err="1"/>
            <a:t>xCAT</a:t>
          </a:r>
          <a:r>
            <a:rPr lang="en-US" sz="1400" kern="1200" dirty="0"/>
            <a:t>/ms1-dump-yy-dd-mm</a:t>
          </a:r>
        </a:p>
      </dsp:txBody>
      <dsp:txXfrm rot="-5400000">
        <a:off x="2423299" y="183184"/>
        <a:ext cx="5708906" cy="1800361"/>
      </dsp:txXfrm>
    </dsp:sp>
    <dsp:sp modelId="{61F7FC16-E161-4BD7-8547-9AD7A3615229}">
      <dsp:nvSpPr>
        <dsp:cNvPr id="0" name=""/>
        <dsp:cNvSpPr/>
      </dsp:nvSpPr>
      <dsp:spPr>
        <a:xfrm>
          <a:off x="35106" y="38289"/>
          <a:ext cx="2421624" cy="20901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schemeClr val="bg1"/>
              </a:solidFill>
            </a:rPr>
            <a:t>Backup:</a:t>
          </a:r>
        </a:p>
      </dsp:txBody>
      <dsp:txXfrm>
        <a:off x="137139" y="140322"/>
        <a:ext cx="2217558" cy="18860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95C063-7C87-423D-8F63-C92D1A74704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2EA4B5-DEE6-411E-B448-68F55A815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39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0651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 err="1">
                <a:solidFill>
                  <a:srgbClr val="4D5156"/>
                </a:solidFill>
                <a:effectLst/>
                <a:latin typeface="Roboto" panose="02000000000000000000" pitchFamily="2" charset="0"/>
              </a:rPr>
              <a:t>xCAT</a:t>
            </a:r>
            <a:r>
              <a:rPr lang="en-US" b="0" i="0" dirty="0">
                <a:solidFill>
                  <a:srgbClr val="4D5156"/>
                </a:solidFill>
                <a:effectLst/>
                <a:latin typeface="Roboto" panose="02000000000000000000" pitchFamily="2" charset="0"/>
              </a:rPr>
              <a:t> (</a:t>
            </a:r>
            <a:r>
              <a:rPr lang="en-US" b="1" i="0" dirty="0">
                <a:solidFill>
                  <a:srgbClr val="5F6368"/>
                </a:solidFill>
                <a:effectLst/>
                <a:latin typeface="Roboto" panose="02000000000000000000" pitchFamily="2" charset="0"/>
              </a:rPr>
              <a:t>Extreme Cloud Administration Toolkit</a:t>
            </a:r>
            <a:r>
              <a:rPr lang="en-US" b="0" i="0" dirty="0">
                <a:solidFill>
                  <a:srgbClr val="4D5156"/>
                </a:solidFill>
                <a:effectLst/>
                <a:latin typeface="Roboto" panose="02000000000000000000" pitchFamily="2" charset="0"/>
              </a:rPr>
              <a:t>) is open-source distributed computing management software developed by IBM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8447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4466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9659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9894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b="0" i="0" dirty="0">
              <a:solidFill>
                <a:srgbClr val="202124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1084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b="0" i="0" dirty="0">
              <a:solidFill>
                <a:srgbClr val="202124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2389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7661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u="sng" kern="100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https://xcat-docs.readthedocs.io/en/latest/guides/admin-guides/basic_concepts/xcat_db/index.html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u="sng" kern="10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https://xcat-docs.readthedocs.io/en/latest/guides/admin-guides/basic_concepts/xcat_object/index.html</a:t>
            </a:r>
            <a:endParaRPr lang="en-US" b="0" i="0" dirty="0">
              <a:solidFill>
                <a:srgbClr val="202124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2228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https://sourceforge.net/p/xcat/wiki/Listing_and_Modifying_the_Database/#node-group-support-in-the-xcat-tables</a:t>
            </a:r>
          </a:p>
          <a:p>
            <a:pPr algn="l"/>
            <a:r>
              <a:rPr lang="en-US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https://xcat-docs.readthedocs.io/en/latest/guides/admin-guides/references/man7/group.7.html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1487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b="0" i="0" dirty="0">
              <a:solidFill>
                <a:srgbClr val="202124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8995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b="0" i="0" dirty="0">
              <a:solidFill>
                <a:srgbClr val="202124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9156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https://sourceforge.net/p/xcat/wiki/Listing_and_Modifying_the_Database/#database-commands-and-tables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5341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https://xcat-docs.readthedocs.io/en/latest/guides/admin-guides/basic_concepts/xcat_object/node.html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https://xcat-docs.readthedocs.io/en/stable/guides/admin-guides/references/man7/node.7.html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904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2105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https://xcat-docs.readthedocs.io/en/latest/guides/admin-guides/basic_concepts/xcat_object/group.html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https://xcat-docs.readthedocs.io/en/latest/guides/admin-guides/references/man7/group.7.html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0799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https://xcat-docs.readthedocs.io/en/stable/guides/admin-guides/basic_concepts/xcat_object/osimage.html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https://xcat-docs.readthedocs.io/en/latest/guides/admin-guides/references/man7/osimage.7.html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5274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6244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https://xcat-docs.readthedocs.io/en/stable/guides/admin-guides/references/man8/makedhcp.8.html?highlight=makedhcp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https://xcat-docs.readthedocs.io/en/stable/guides/admin-guides/references/man8/makedns.8.html?highlight=makedns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6989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https://xcat-docs.readthedocs.io/en/stable/guides/admin-guides/manage_clusters/common/deployment/additionalpkg/nonubuntu_os_other_pkg.html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2380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https://xcat-docs.readthedocs.io/en/stable/guides/admin-guides/manage_clusters/ppc64le/diskless/copy_image.html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https://xcat-docs.readthedocs.io/en/stable/guides/admin-guides/manage_clusters/ppc64le/diskless/gen_image.html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https://xcat-docs.readthedocs.io/en/stable/guides/admin-guides/manage_clusters/ppc64le/diskless/customize_image/postscript_execution.html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https://sourceforge.net/p/xcat/wiki/Installing_Stateful_Linux_Nodes/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https://xcat-docs.readthedocs.io/en/latest/guides/admin-guides/references/man1/genimage.1.html?highlight=genimage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https://xcat-docs.readthedocs.io/en/latest/guides/admin-guides/references/man1/packimage.1.html?highlight=packimage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9529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5271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71601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09578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https://xcat-docs.readthedocs.io/en/latest/guides/admin-guides/references/man8/nodeset.8.html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https://xcat-docs.readthedocs.io/en/latest/guides/admin-guides/references/man1/rpower.1.html?highlight=rpower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https://xcat-docs.readthedocs.io/en/latest/guides/admin-guides/references/man8/rinstall.8.html?highlight=rinstall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https://xcat-docs.readthedocs.io/en/stable/guides/admin-guides/references/man1/xdsh.1.html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https://xcat-docs.readthedocs.io/en/stable/guides/admin-guides/manage_clusters/ppc64le/parallel_cmd.html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47360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359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https://xcat-docs.readthedocs.io/en/latest/guides/admin-guides/references/man8/nodeset.8.html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https://xcat-docs.readthedocs.io/en/latest/guides/admin-guides/references/man1/rpower.1.html?highlight=rpower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https://xcat-docs.readthedocs.io/en/latest/guides/admin-guides/references/man8/rinstall.8.html?highlight=rinstall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https://xcat-docs.readthedocs.io/en/stable/guides/admin-guides/references/man1/xdsh.1.html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https://xcat-docs.readthedocs.io/en/stable/guides/admin-guides/manage_clusters/ppc64le/parallel_cmd.html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4174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https://xcat-docs.readthedocs.io/en/stable/guides/admin-guides/references/man1/dumpxCATdb.1.html</a:t>
            </a:r>
          </a:p>
          <a:p>
            <a:pPr algn="l"/>
            <a:r>
              <a:rPr lang="en-US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https://xcat-docs.readthedocs.io/en/stable/guides/admin-guides/references/man1/restorexCATdb.1.html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8511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76877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53843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2EA4B5-DEE6-411E-B448-68F55A81555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474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89D4-2020-4BD4-938C-BF0EEA4CDCC9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44A8A-88C3-4183-BCD2-ACC62DA29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243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89D4-2020-4BD4-938C-BF0EEA4CDCC9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44A8A-88C3-4183-BCD2-ACC62DA29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005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89D4-2020-4BD4-938C-BF0EEA4CDCC9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44A8A-88C3-4183-BCD2-ACC62DA29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812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89D4-2020-4BD4-938C-BF0EEA4CDCC9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44A8A-88C3-4183-BCD2-ACC62DA29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296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89D4-2020-4BD4-938C-BF0EEA4CDCC9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44A8A-88C3-4183-BCD2-ACC62DA29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15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89D4-2020-4BD4-938C-BF0EEA4CDCC9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44A8A-88C3-4183-BCD2-ACC62DA29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745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89D4-2020-4BD4-938C-BF0EEA4CDCC9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44A8A-88C3-4183-BCD2-ACC62DA29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002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89D4-2020-4BD4-938C-BF0EEA4CDCC9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44A8A-88C3-4183-BCD2-ACC62DA29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820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89D4-2020-4BD4-938C-BF0EEA4CDCC9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44A8A-88C3-4183-BCD2-ACC62DA29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806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89D4-2020-4BD4-938C-BF0EEA4CDCC9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44A8A-88C3-4183-BCD2-ACC62DA29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011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89D4-2020-4BD4-938C-BF0EEA4CDCC9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44A8A-88C3-4183-BCD2-ACC62DA29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427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8789D4-2020-4BD4-938C-BF0EEA4CDCC9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44A8A-88C3-4183-BCD2-ACC62DA29B2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802D93-4EE3-3B22-2AC4-FB42B94959C4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3974275" y="6611620"/>
            <a:ext cx="1227137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FIU - Internal Data</a:t>
            </a:r>
          </a:p>
        </p:txBody>
      </p:sp>
    </p:spTree>
    <p:extLst>
      <p:ext uri="{BB962C8B-B14F-4D97-AF65-F5344CB8AC3E}">
        <p14:creationId xmlns:p14="http://schemas.microsoft.com/office/powerpoint/2010/main" val="2138999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10" Type="http://schemas.openxmlformats.org/officeDocument/2006/relationships/image" Target="../media/image4.png"/><Relationship Id="rId4" Type="http://schemas.openxmlformats.org/officeDocument/2006/relationships/diagramLayout" Target="../diagrams/layout4.xml"/><Relationship Id="rId9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1" name="Rectangle 1042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3771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2" name="Rectangle 1044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43224" y="3199769"/>
            <a:ext cx="3604268" cy="838831"/>
          </a:xfrm>
        </p:spPr>
        <p:txBody>
          <a:bodyPr anchor="b">
            <a:noAutofit/>
          </a:bodyPr>
          <a:lstStyle/>
          <a:p>
            <a:pPr algn="l"/>
            <a:r>
              <a:rPr lang="en-US" sz="2400" b="1" dirty="0">
                <a:solidFill>
                  <a:schemeClr val="tx2"/>
                </a:solidFill>
              </a:rPr>
              <a:t>HPC Panther Cluster</a:t>
            </a:r>
          </a:p>
          <a:p>
            <a:pPr algn="l"/>
            <a:r>
              <a:rPr lang="en-US" sz="2400" b="1" dirty="0">
                <a:solidFill>
                  <a:schemeClr val="tx2"/>
                </a:solidFill>
              </a:rPr>
              <a:t>Management Nodes –</a:t>
            </a:r>
          </a:p>
          <a:p>
            <a:pPr algn="l"/>
            <a:r>
              <a:rPr lang="en-US" sz="2400" b="1" dirty="0">
                <a:solidFill>
                  <a:schemeClr val="tx2"/>
                </a:solidFill>
              </a:rPr>
              <a:t>Part 2 – </a:t>
            </a:r>
            <a:r>
              <a:rPr lang="en-US" sz="2400" b="1" dirty="0" err="1">
                <a:solidFill>
                  <a:schemeClr val="tx2"/>
                </a:solidFill>
              </a:rPr>
              <a:t>xCAT</a:t>
            </a:r>
            <a:r>
              <a:rPr lang="en-US" sz="2400" b="1" dirty="0">
                <a:solidFill>
                  <a:schemeClr val="tx2"/>
                </a:solidFill>
              </a:rPr>
              <a:t> Management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4CB7B52-62BF-75E5-C12C-CF1AB9895F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200" y="1676400"/>
            <a:ext cx="3859448" cy="3859448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EECE1"/>
                  </a:outerShdw>
                </a:effectLst>
              </a14:hiddenEffects>
            </a:ext>
          </a:extLst>
        </p:spPr>
      </p:pic>
      <p:grpSp>
        <p:nvGrpSpPr>
          <p:cNvPr id="1053" name="Group 1046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89" y="-5977"/>
            <a:ext cx="4679005" cy="6863979"/>
            <a:chOff x="305" y="-5977"/>
            <a:chExt cx="6238675" cy="6863979"/>
          </a:xfrm>
        </p:grpSpPr>
        <p:sp>
          <p:nvSpPr>
            <p:cNvPr id="1054" name="Freeform: Shape 1047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55" name="Freeform: Shape 1048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1463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3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/>
          </a:bodyPr>
          <a:lstStyle/>
          <a:p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HPC Management Nodes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A925EB9A-B11F-3441-B7A9-E1A36D1BE5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4496948"/>
              </p:ext>
            </p:extLst>
          </p:nvPr>
        </p:nvGraphicFramePr>
        <p:xfrm>
          <a:off x="485030" y="2071316"/>
          <a:ext cx="8229600" cy="42532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44624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3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/>
          </a:bodyPr>
          <a:lstStyle/>
          <a:p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Role of 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A925EB9A-B11F-3441-B7A9-E1A36D1BE5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1548763"/>
              </p:ext>
            </p:extLst>
          </p:nvPr>
        </p:nvGraphicFramePr>
        <p:xfrm>
          <a:off x="485030" y="1948069"/>
          <a:ext cx="8229600" cy="41479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30114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3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/>
          </a:bodyPr>
          <a:lstStyle/>
          <a:p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 Installation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A925EB9A-B11F-3441-B7A9-E1A36D1BE5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2555059"/>
              </p:ext>
            </p:extLst>
          </p:nvPr>
        </p:nvGraphicFramePr>
        <p:xfrm>
          <a:off x="76200" y="1948069"/>
          <a:ext cx="8915400" cy="34021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24126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3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/>
          </a:bodyPr>
          <a:lstStyle/>
          <a:p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 Installation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A925EB9A-B11F-3441-B7A9-E1A36D1BE5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0326867"/>
              </p:ext>
            </p:extLst>
          </p:nvPr>
        </p:nvGraphicFramePr>
        <p:xfrm>
          <a:off x="485030" y="1948069"/>
          <a:ext cx="8229600" cy="34438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E817CD43-F3C2-DBCC-3B7D-929287DB84B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7437" y="3510214"/>
            <a:ext cx="4304556" cy="18237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64DAA6-D237-7B6A-6E89-8EEB20AF747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0" y="3451689"/>
            <a:ext cx="3044232" cy="188231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73A791C-0A15-FD3A-DD3C-551922116F7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8125" y="5615678"/>
            <a:ext cx="8667750" cy="785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280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3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/>
          </a:bodyPr>
          <a:lstStyle/>
          <a:p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 stop/start scripts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A925EB9A-B11F-3441-B7A9-E1A36D1BE5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0911380"/>
              </p:ext>
            </p:extLst>
          </p:nvPr>
        </p:nvGraphicFramePr>
        <p:xfrm>
          <a:off x="485030" y="2667000"/>
          <a:ext cx="8229600" cy="24715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48259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3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/>
          </a:bodyPr>
          <a:lstStyle/>
          <a:p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 Configuration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A925EB9A-B11F-3441-B7A9-E1A36D1BE5E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85030" y="1948069"/>
          <a:ext cx="8229600" cy="14626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B673717D-A57A-4045-BA6F-C2C8907BAEE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2785" y="3685827"/>
            <a:ext cx="8638429" cy="2388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607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 Architecture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C46062-C753-BF1C-16D8-30F1A4D997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895252"/>
            <a:ext cx="8534400" cy="5886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441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3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/>
          </a:bodyPr>
          <a:lstStyle/>
          <a:p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 – Basic Concepts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A925EB9A-B11F-3441-B7A9-E1A36D1BE5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9864311"/>
              </p:ext>
            </p:extLst>
          </p:nvPr>
        </p:nvGraphicFramePr>
        <p:xfrm>
          <a:off x="485030" y="1948069"/>
          <a:ext cx="8229600" cy="20850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B673717D-A57A-4045-BA6F-C2C8907BAEE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2785" y="4343400"/>
            <a:ext cx="8638429" cy="2388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82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3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/>
          </a:bodyPr>
          <a:lstStyle/>
          <a:p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 – Manipulate DB Tables/Objects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A925EB9A-B11F-3441-B7A9-E1A36D1BE5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9011677"/>
              </p:ext>
            </p:extLst>
          </p:nvPr>
        </p:nvGraphicFramePr>
        <p:xfrm>
          <a:off x="485030" y="1948069"/>
          <a:ext cx="8229600" cy="16150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5C224B77-4DF8-8D1D-E650-5312DF80FE46}"/>
              </a:ext>
            </a:extLst>
          </p:cNvPr>
          <p:cNvGrpSpPr/>
          <p:nvPr/>
        </p:nvGrpSpPr>
        <p:grpSpPr>
          <a:xfrm>
            <a:off x="2956699" y="3584848"/>
            <a:ext cx="5806301" cy="1672952"/>
            <a:chOff x="2423298" y="63947"/>
            <a:chExt cx="5806301" cy="1672952"/>
          </a:xfrm>
        </p:grpSpPr>
        <p:sp>
          <p:nvSpPr>
            <p:cNvPr id="14" name="Rectangle: Top Corners Rounded 13">
              <a:extLst>
                <a:ext uri="{FF2B5EF4-FFF2-40B4-BE49-F238E27FC236}">
                  <a16:creationId xmlns:a16="http://schemas.microsoft.com/office/drawing/2014/main" id="{3F87AE09-9298-9AB6-B1C7-16FB0ECC42C0}"/>
                </a:ext>
              </a:extLst>
            </p:cNvPr>
            <p:cNvSpPr/>
            <p:nvPr/>
          </p:nvSpPr>
          <p:spPr>
            <a:xfrm rot="5400000">
              <a:off x="4582874" y="-2095629"/>
              <a:ext cx="1487150" cy="5806301"/>
            </a:xfrm>
            <a:prstGeom prst="round2SameRect">
              <a:avLst/>
            </a:pr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15" name="Rectangle: Top Corners Rounded 4">
              <a:extLst>
                <a:ext uri="{FF2B5EF4-FFF2-40B4-BE49-F238E27FC236}">
                  <a16:creationId xmlns:a16="http://schemas.microsoft.com/office/drawing/2014/main" id="{2F2F4A8D-F0D4-CE1B-05C8-4F5DEA41648F}"/>
                </a:ext>
              </a:extLst>
            </p:cNvPr>
            <p:cNvSpPr txBox="1"/>
            <p:nvPr/>
          </p:nvSpPr>
          <p:spPr>
            <a:xfrm>
              <a:off x="2423299" y="136542"/>
              <a:ext cx="5733704" cy="160035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7650" tIns="123825" rIns="247650" bIns="123825" numCol="1" spcCol="1270" anchor="ctr" anchorCtr="0">
              <a:noAutofit/>
            </a:bodyPr>
            <a:lstStyle/>
            <a:p>
              <a:pPr>
                <a:buFont typeface="Arial" panose="020B0604020202020204" pitchFamily="34" charset="0"/>
                <a:buChar char="•"/>
              </a:pPr>
              <a:r>
                <a:rPr lang="en-US" sz="1400" kern="100" dirty="0" err="1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lsdef</a:t>
              </a:r>
              <a:r>
                <a:rPr lang="en-US" sz="1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: List data object definitions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en-US" sz="1400" kern="100" dirty="0" err="1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mkdef</a:t>
              </a:r>
              <a:r>
                <a:rPr lang="en-US" sz="1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| </a:t>
              </a:r>
              <a:r>
                <a:rPr lang="en-US" sz="1400" kern="100" dirty="0" err="1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chdef</a:t>
              </a:r>
              <a:r>
                <a:rPr lang="en-US" sz="1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| </a:t>
              </a:r>
              <a:r>
                <a:rPr lang="en-US" sz="1400" kern="100" dirty="0" err="1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rmdef</a:t>
              </a:r>
              <a:r>
                <a:rPr lang="en-US" sz="1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: Create/Change/Remove data object definitions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en-US" sz="1400" kern="100" dirty="0" err="1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nodels</a:t>
              </a:r>
              <a:r>
                <a:rPr lang="en-US" sz="1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: List node group, list the nodes and their attributes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en-US" sz="1400" kern="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nodeadd | </a:t>
              </a:r>
              <a:r>
                <a:rPr lang="en-US" sz="1400" kern="100" dirty="0" err="1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n</a:t>
              </a:r>
              <a:r>
                <a:rPr lang="en-US" sz="1400" kern="100" dirty="0" err="1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odech</a:t>
              </a:r>
              <a:r>
                <a:rPr lang="en-US" sz="1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| </a:t>
              </a:r>
              <a:r>
                <a:rPr lang="en-US" sz="1400" kern="100" dirty="0" err="1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noderm</a:t>
              </a:r>
              <a:r>
                <a:rPr lang="en-US" sz="1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: Add/Change/Remove node attributes from DB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en-US" sz="1400" kern="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Sample: </a:t>
              </a:r>
              <a:r>
                <a:rPr lang="en-US" sz="1400" kern="100" dirty="0" err="1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nodech</a:t>
              </a:r>
              <a:r>
                <a:rPr lang="en-US" sz="1400" kern="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node1-node4 groups=all | </a:t>
              </a:r>
              <a:r>
                <a:rPr lang="en-US" sz="1400" kern="100" dirty="0" err="1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chdef</a:t>
              </a:r>
              <a:r>
                <a:rPr lang="en-US" sz="1400" kern="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-t node -o node01 groups="all"</a:t>
              </a:r>
            </a:p>
            <a:p>
              <a:pPr>
                <a:buFont typeface="Arial" panose="020B0604020202020204" pitchFamily="34" charset="0"/>
                <a:buChar char="•"/>
              </a:pPr>
              <a:endPara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EF8F791-CA3B-2A92-8CBC-B1D9010B152A}"/>
              </a:ext>
            </a:extLst>
          </p:cNvPr>
          <p:cNvGrpSpPr/>
          <p:nvPr/>
        </p:nvGrpSpPr>
        <p:grpSpPr>
          <a:xfrm>
            <a:off x="568507" y="3549441"/>
            <a:ext cx="2421624" cy="1557962"/>
            <a:chOff x="35106" y="28540"/>
            <a:chExt cx="2421624" cy="1557962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1936BD0E-95A4-C41D-00FD-E9E35F29B626}"/>
                </a:ext>
              </a:extLst>
            </p:cNvPr>
            <p:cNvSpPr/>
            <p:nvPr/>
          </p:nvSpPr>
          <p:spPr>
            <a:xfrm>
              <a:off x="35106" y="28540"/>
              <a:ext cx="2421624" cy="1557962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ctangle: Rounded Corners 6">
              <a:extLst>
                <a:ext uri="{FF2B5EF4-FFF2-40B4-BE49-F238E27FC236}">
                  <a16:creationId xmlns:a16="http://schemas.microsoft.com/office/drawing/2014/main" id="{E2815886-CD6C-F220-70B1-FD1FC04F3181}"/>
                </a:ext>
              </a:extLst>
            </p:cNvPr>
            <p:cNvSpPr txBox="1"/>
            <p:nvPr/>
          </p:nvSpPr>
          <p:spPr>
            <a:xfrm>
              <a:off x="111159" y="104593"/>
              <a:ext cx="2269518" cy="140585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32385" rIns="64770" bIns="32385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700" kern="1200" dirty="0">
                  <a:solidFill>
                    <a:schemeClr val="bg1"/>
                  </a:solidFill>
                </a:rPr>
                <a:t>Manipulate </a:t>
              </a:r>
            </a:p>
            <a:p>
              <a:pPr marL="0" lvl="0" indent="0" algn="ctr" defTabSz="7556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700" kern="1200" dirty="0" err="1">
                  <a:solidFill>
                    <a:schemeClr val="bg1"/>
                  </a:solidFill>
                </a:rPr>
                <a:t>xCAT</a:t>
              </a:r>
              <a:r>
                <a:rPr lang="en-US" sz="1700" kern="1200" dirty="0">
                  <a:solidFill>
                    <a:schemeClr val="bg1"/>
                  </a:solidFill>
                </a:rPr>
                <a:t> </a:t>
              </a:r>
              <a:r>
                <a:rPr lang="en-US" sz="1700" kern="1200" dirty="0" err="1">
                  <a:solidFill>
                    <a:schemeClr val="bg1"/>
                  </a:solidFill>
                </a:rPr>
                <a:t>Oject</a:t>
              </a:r>
              <a:r>
                <a:rPr lang="en-US" sz="1700" kern="1200" dirty="0">
                  <a:solidFill>
                    <a:schemeClr val="bg1"/>
                  </a:solidFill>
                </a:rPr>
                <a:t> Definitions: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B8A44E6-7B56-FE03-49EE-83E23F301C1A}"/>
              </a:ext>
            </a:extLst>
          </p:cNvPr>
          <p:cNvGrpSpPr/>
          <p:nvPr/>
        </p:nvGrpSpPr>
        <p:grpSpPr>
          <a:xfrm>
            <a:off x="2956699" y="5183045"/>
            <a:ext cx="5806301" cy="1487150"/>
            <a:chOff x="2423298" y="63947"/>
            <a:chExt cx="5806301" cy="1487150"/>
          </a:xfrm>
        </p:grpSpPr>
        <p:sp>
          <p:nvSpPr>
            <p:cNvPr id="23" name="Rectangle: Top Corners Rounded 22">
              <a:extLst>
                <a:ext uri="{FF2B5EF4-FFF2-40B4-BE49-F238E27FC236}">
                  <a16:creationId xmlns:a16="http://schemas.microsoft.com/office/drawing/2014/main" id="{0E1307A9-A7DD-4946-CAF9-FB21FF251660}"/>
                </a:ext>
              </a:extLst>
            </p:cNvPr>
            <p:cNvSpPr/>
            <p:nvPr/>
          </p:nvSpPr>
          <p:spPr>
            <a:xfrm rot="5400000">
              <a:off x="4582874" y="-2095629"/>
              <a:ext cx="1487150" cy="5806301"/>
            </a:xfrm>
            <a:prstGeom prst="round2SameRect">
              <a:avLst/>
            </a:pr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: Top Corners Rounded 4">
              <a:extLst>
                <a:ext uri="{FF2B5EF4-FFF2-40B4-BE49-F238E27FC236}">
                  <a16:creationId xmlns:a16="http://schemas.microsoft.com/office/drawing/2014/main" id="{BD24ED09-78FA-B3E1-18A5-EBD6B3B625B1}"/>
                </a:ext>
              </a:extLst>
            </p:cNvPr>
            <p:cNvSpPr txBox="1"/>
            <p:nvPr/>
          </p:nvSpPr>
          <p:spPr>
            <a:xfrm>
              <a:off x="2423299" y="136543"/>
              <a:ext cx="5733704" cy="134195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7650" tIns="123825" rIns="247650" bIns="123825" numCol="1" spcCol="1270" anchor="ctr" anchorCtr="0">
              <a:noAutofit/>
            </a:bodyPr>
            <a:lstStyle/>
            <a:p>
              <a:pPr>
                <a:lnSpc>
                  <a:spcPct val="107000"/>
                </a:lnSpc>
              </a:pPr>
              <a:r>
                <a:rPr lang="en-US" sz="1400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man </a:t>
              </a:r>
              <a:r>
                <a:rPr lang="en-US" sz="1400" kern="100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tablename</a:t>
              </a:r>
              <a:r>
                <a:rPr lang="en-US" sz="1400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: Get detail info on columns and table definitions (or use </a:t>
              </a:r>
              <a:r>
                <a:rPr lang="en-US" sz="1400" kern="100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tabdump</a:t>
              </a:r>
              <a:r>
                <a:rPr lang="en-US" sz="1400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-d </a:t>
              </a:r>
              <a:r>
                <a:rPr lang="en-US" sz="1400" kern="100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tablename</a:t>
              </a:r>
              <a:r>
                <a:rPr lang="en-US" sz="1400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)</a:t>
              </a:r>
            </a:p>
            <a:p>
              <a:pPr>
                <a:lnSpc>
                  <a:spcPct val="107000"/>
                </a:lnSpc>
              </a:pPr>
              <a:r>
                <a:rPr lang="en-US" sz="1400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man </a:t>
              </a:r>
              <a:r>
                <a:rPr lang="en-US" sz="1400" kern="100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xcatdb</a:t>
              </a:r>
              <a:r>
                <a:rPr lang="en-US" sz="1400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: Complete reference</a:t>
              </a:r>
            </a:p>
            <a:p>
              <a:pPr>
                <a:lnSpc>
                  <a:spcPct val="107000"/>
                </a:lnSpc>
              </a:pPr>
              <a:r>
                <a:rPr lang="en-US" sz="1400" dirty="0"/>
                <a:t>Sample: </a:t>
              </a:r>
              <a:r>
                <a:rPr lang="en-US" sz="1400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man </a:t>
              </a:r>
              <a:r>
                <a:rPr lang="en-US" sz="1400" kern="100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object_type</a:t>
              </a:r>
              <a:r>
                <a:rPr lang="en-US" sz="1400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| </a:t>
              </a:r>
              <a:r>
                <a:rPr lang="en-US" sz="1400" kern="100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table_name</a:t>
              </a:r>
              <a:r>
                <a:rPr lang="en-US" sz="1400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| man </a:t>
              </a:r>
              <a:r>
                <a:rPr lang="en-US" sz="1400" kern="100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mkdef</a:t>
              </a:r>
              <a:endParaRPr lang="en-US" sz="14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F3F88CB-9833-666A-E66F-EADBCF4F2AC1}"/>
              </a:ext>
            </a:extLst>
          </p:cNvPr>
          <p:cNvGrpSpPr/>
          <p:nvPr/>
        </p:nvGrpSpPr>
        <p:grpSpPr>
          <a:xfrm>
            <a:off x="568507" y="5147638"/>
            <a:ext cx="2421624" cy="1557962"/>
            <a:chOff x="35106" y="28540"/>
            <a:chExt cx="2421624" cy="1557962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544BD3B8-3F27-D326-EFA3-17230AFD48B6}"/>
                </a:ext>
              </a:extLst>
            </p:cNvPr>
            <p:cNvSpPr/>
            <p:nvPr/>
          </p:nvSpPr>
          <p:spPr>
            <a:xfrm>
              <a:off x="35106" y="28540"/>
              <a:ext cx="2421624" cy="1557962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Rectangle: Rounded Corners 6">
              <a:extLst>
                <a:ext uri="{FF2B5EF4-FFF2-40B4-BE49-F238E27FC236}">
                  <a16:creationId xmlns:a16="http://schemas.microsoft.com/office/drawing/2014/main" id="{39632B11-25C0-F2CD-44A7-496D93527F31}"/>
                </a:ext>
              </a:extLst>
            </p:cNvPr>
            <p:cNvSpPr txBox="1"/>
            <p:nvPr/>
          </p:nvSpPr>
          <p:spPr>
            <a:xfrm>
              <a:off x="111159" y="104593"/>
              <a:ext cx="2269518" cy="140585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32385" rIns="64770" bIns="32385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700" kern="1200" dirty="0">
                  <a:solidFill>
                    <a:schemeClr val="bg1"/>
                  </a:solidFill>
                </a:rPr>
                <a:t>Helpful Commands: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43085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3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/>
          </a:bodyPr>
          <a:lstStyle/>
          <a:p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 - Global Configuration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A925EB9A-B11F-3441-B7A9-E1A36D1BE5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3872969"/>
              </p:ext>
            </p:extLst>
          </p:nvPr>
        </p:nvGraphicFramePr>
        <p:xfrm>
          <a:off x="485030" y="2956957"/>
          <a:ext cx="8229600" cy="16150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41967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/>
          </a:bodyPr>
          <a:lstStyle/>
          <a:p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 - Global Configuration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C6E43A5-5A16-3594-7AB2-503AC50C89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323" y="1143000"/>
            <a:ext cx="3124200" cy="558128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66B0BE0-4CDB-7D58-3BE1-3E7C5ABF09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2552" y="2163062"/>
            <a:ext cx="5665248" cy="2531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6125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3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/>
          </a:bodyPr>
          <a:lstStyle/>
          <a:p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 – Objects Definitions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A925EB9A-B11F-3441-B7A9-E1A36D1BE5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411208"/>
              </p:ext>
            </p:extLst>
          </p:nvPr>
        </p:nvGraphicFramePr>
        <p:xfrm>
          <a:off x="485030" y="1948069"/>
          <a:ext cx="8229600" cy="25477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2FD550EB-84CE-75EA-4859-55B8F628F9D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44558" y="4803572"/>
            <a:ext cx="5486400" cy="1021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6455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 – Node Objects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6AC798-87E3-77E4-60BC-C19599EFB4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6900" y="595453"/>
            <a:ext cx="5410200" cy="6186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6323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3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5A216EE-1282-AA20-FF7F-47EC37527CC4}"/>
              </a:ext>
            </a:extLst>
          </p:cNvPr>
          <p:cNvSpPr txBox="1">
            <a:spLocks/>
          </p:cNvSpPr>
          <p:nvPr/>
        </p:nvSpPr>
        <p:spPr>
          <a:xfrm>
            <a:off x="124568" y="1899040"/>
            <a:ext cx="8867032" cy="16823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buNone/>
            </a:pPr>
            <a:endParaRPr lang="en-US"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 useBgFill="1">
        <p:nvSpPr>
          <p:cNvPr id="6" name="Rectangle 13">
            <a:extLst>
              <a:ext uri="{FF2B5EF4-FFF2-40B4-BE49-F238E27FC236}">
                <a16:creationId xmlns:a16="http://schemas.microsoft.com/office/drawing/2014/main" id="{D686294B-96D2-8E9C-0889-C77AEE7662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9C57AF9-CC0E-C596-C9AB-7A918A722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/>
          </a:bodyPr>
          <a:lstStyle/>
          <a:p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 – Node Objects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sketch line">
            <a:extLst>
              <a:ext uri="{FF2B5EF4-FFF2-40B4-BE49-F238E27FC236}">
                <a16:creationId xmlns:a16="http://schemas.microsoft.com/office/drawing/2014/main" id="{F18C2AEC-1AAF-7568-2953-ECC376871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57CE133-2A6E-D9A9-82D0-7A65C2BD75E7}"/>
              </a:ext>
            </a:extLst>
          </p:cNvPr>
          <p:cNvSpPr txBox="1">
            <a:spLocks/>
          </p:cNvSpPr>
          <p:nvPr/>
        </p:nvSpPr>
        <p:spPr>
          <a:xfrm>
            <a:off x="124568" y="1899040"/>
            <a:ext cx="8867032" cy="120687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buNone/>
            </a:pPr>
            <a:r>
              <a:rPr lang="en-US" sz="600" dirty="0">
                <a:solidFill>
                  <a:schemeClr val="accent1">
                    <a:lumMod val="75000"/>
                  </a:schemeClr>
                </a:solidFill>
              </a:rPr>
              <a:t>Sample command to add a new node and set attributes values:</a:t>
            </a:r>
          </a:p>
          <a:p>
            <a:r>
              <a:rPr lang="en-US" sz="600" dirty="0" err="1"/>
              <a:t>nodeadd</a:t>
            </a:r>
            <a:r>
              <a:rPr lang="en-US" sz="600" dirty="0"/>
              <a:t> n132 groups=alma9,hpe</a:t>
            </a:r>
          </a:p>
          <a:p>
            <a:r>
              <a:rPr lang="en-US" sz="600" dirty="0" err="1"/>
              <a:t>chdef</a:t>
            </a:r>
            <a:r>
              <a:rPr lang="en-US" sz="600" dirty="0"/>
              <a:t> -t node n132 </a:t>
            </a:r>
            <a:r>
              <a:rPr lang="en-US" sz="600" dirty="0" err="1"/>
              <a:t>ip</a:t>
            </a:r>
            <a:r>
              <a:rPr lang="en-US" sz="600" dirty="0"/>
              <a:t>=192.168.246.202 \</a:t>
            </a:r>
            <a:br>
              <a:rPr lang="en-US" sz="600" dirty="0"/>
            </a:br>
            <a:r>
              <a:rPr lang="en-US" sz="600" dirty="0"/>
              <a:t>    mac=d4:04:e6:b4:8d:62</a:t>
            </a:r>
          </a:p>
          <a:p>
            <a:r>
              <a:rPr lang="en-US" sz="600" dirty="0" err="1"/>
              <a:t>chdef</a:t>
            </a:r>
            <a:r>
              <a:rPr lang="en-US" sz="600" dirty="0"/>
              <a:t> -t node n132 </a:t>
            </a:r>
            <a:r>
              <a:rPr lang="en-US" sz="600" dirty="0" err="1"/>
              <a:t>netboot</a:t>
            </a:r>
            <a:r>
              <a:rPr lang="en-US" sz="600" dirty="0"/>
              <a:t>=</a:t>
            </a:r>
            <a:r>
              <a:rPr lang="en-US" sz="600" dirty="0" err="1"/>
              <a:t>xnba</a:t>
            </a:r>
            <a:r>
              <a:rPr lang="en-US" sz="600" dirty="0"/>
              <a:t> </a:t>
            </a:r>
            <a:r>
              <a:rPr lang="en-US" sz="600" dirty="0" err="1"/>
              <a:t>installnic</a:t>
            </a:r>
            <a:r>
              <a:rPr lang="en-US" sz="600" dirty="0"/>
              <a:t>=mac</a:t>
            </a:r>
          </a:p>
          <a:p>
            <a:r>
              <a:rPr lang="en-US" sz="600" dirty="0" err="1"/>
              <a:t>chdef</a:t>
            </a:r>
            <a:r>
              <a:rPr lang="en-US" sz="600" dirty="0"/>
              <a:t> -t node n132 </a:t>
            </a:r>
            <a:r>
              <a:rPr lang="en-US" sz="600" dirty="0" err="1"/>
              <a:t>os</a:t>
            </a:r>
            <a:r>
              <a:rPr lang="en-US" sz="600" dirty="0"/>
              <a:t>=alma9.7 arch=x86_64</a:t>
            </a:r>
          </a:p>
          <a:p>
            <a:r>
              <a:rPr lang="en-US" sz="600" dirty="0" err="1"/>
              <a:t>chdef</a:t>
            </a:r>
            <a:r>
              <a:rPr lang="en-US" sz="600" dirty="0"/>
              <a:t> -t node n132 </a:t>
            </a:r>
            <a:r>
              <a:rPr lang="en-US" sz="600" dirty="0" err="1"/>
              <a:t>addkcmdline</a:t>
            </a:r>
            <a:r>
              <a:rPr lang="en-US" sz="600" dirty="0"/>
              <a:t>="</a:t>
            </a:r>
            <a:r>
              <a:rPr lang="en-US" sz="600" dirty="0" err="1"/>
              <a:t>biosdevname</a:t>
            </a:r>
            <a:r>
              <a:rPr lang="en-US" sz="600" dirty="0"/>
              <a:t>=0 </a:t>
            </a:r>
            <a:r>
              <a:rPr lang="en-US" sz="600" dirty="0" err="1"/>
              <a:t>net.ifnames</a:t>
            </a:r>
            <a:r>
              <a:rPr lang="en-US" sz="600" dirty="0"/>
              <a:t>=0"</a:t>
            </a:r>
          </a:p>
          <a:p>
            <a:r>
              <a:rPr lang="en-US" sz="600" dirty="0" err="1"/>
              <a:t>chdef</a:t>
            </a:r>
            <a:r>
              <a:rPr lang="en-US" sz="600" dirty="0"/>
              <a:t> -t node n132 </a:t>
            </a:r>
            <a:r>
              <a:rPr lang="en-US" sz="600" dirty="0" err="1"/>
              <a:t>bmc</a:t>
            </a:r>
            <a:r>
              <a:rPr lang="en-US" sz="600" dirty="0"/>
              <a:t>=r132 mgt=</a:t>
            </a:r>
            <a:r>
              <a:rPr lang="en-US" sz="600" dirty="0" err="1"/>
              <a:t>ipmi</a:t>
            </a:r>
            <a:endParaRPr lang="en-US" sz="600" dirty="0"/>
          </a:p>
          <a:p>
            <a:r>
              <a:rPr lang="en-US" sz="600" dirty="0" err="1"/>
              <a:t>chdef</a:t>
            </a:r>
            <a:r>
              <a:rPr lang="en-US" sz="600" dirty="0"/>
              <a:t> -t node n132 </a:t>
            </a:r>
            <a:r>
              <a:rPr lang="en-US" sz="600" dirty="0" err="1"/>
              <a:t>provmethod</a:t>
            </a:r>
            <a:r>
              <a:rPr lang="en-US" sz="600" dirty="0"/>
              <a:t>=alma9.7-x86_64-netbootIB-compute</a:t>
            </a:r>
          </a:p>
          <a:p>
            <a:r>
              <a:rPr lang="en-US" sz="600" dirty="0" err="1"/>
              <a:t>chdef</a:t>
            </a:r>
            <a:r>
              <a:rPr lang="en-US" sz="600" dirty="0"/>
              <a:t> -t node n132 postscripts="syslog,remoteshell,syncfiles,setupntp,roary-sethostname,confignetwork,roary-repo-alma9,roary-ldap,roary-nouserlogin,roary-setuplustre,roary-slurm" </a:t>
            </a:r>
          </a:p>
          <a:p>
            <a:pPr marL="114300" indent="0">
              <a:buNone/>
            </a:pPr>
            <a:endParaRPr lang="en-US" sz="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505F19-CDD7-E6D3-8B5F-2AD3F2C1828A}"/>
              </a:ext>
            </a:extLst>
          </p:cNvPr>
          <p:cNvSpPr txBox="1"/>
          <p:nvPr/>
        </p:nvSpPr>
        <p:spPr>
          <a:xfrm>
            <a:off x="381000" y="3237582"/>
            <a:ext cx="5486400" cy="324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dirty="0"/>
              <a:t>Object name: n132</a:t>
            </a:r>
          </a:p>
          <a:p>
            <a:r>
              <a:rPr lang="en-US" sz="500" dirty="0"/>
              <a:t>    </a:t>
            </a:r>
            <a:r>
              <a:rPr lang="en-US" sz="500" dirty="0" err="1"/>
              <a:t>addkcmdline</a:t>
            </a:r>
            <a:r>
              <a:rPr lang="en-US" sz="500" dirty="0"/>
              <a:t>=</a:t>
            </a:r>
            <a:r>
              <a:rPr lang="en-US" sz="500" dirty="0" err="1"/>
              <a:t>biosdevname</a:t>
            </a:r>
            <a:r>
              <a:rPr lang="en-US" sz="500" dirty="0"/>
              <a:t>=0 </a:t>
            </a:r>
            <a:r>
              <a:rPr lang="en-US" sz="500" dirty="0" err="1"/>
              <a:t>net.ifnames</a:t>
            </a:r>
            <a:r>
              <a:rPr lang="en-US" sz="500" dirty="0"/>
              <a:t>=0</a:t>
            </a:r>
          </a:p>
          <a:p>
            <a:r>
              <a:rPr lang="en-US" sz="500" dirty="0"/>
              <a:t>    arch=x86_64</a:t>
            </a:r>
          </a:p>
          <a:p>
            <a:r>
              <a:rPr lang="en-US" sz="500" dirty="0"/>
              <a:t>    </a:t>
            </a:r>
            <a:r>
              <a:rPr lang="en-US" sz="500" dirty="0" err="1"/>
              <a:t>bmc</a:t>
            </a:r>
            <a:r>
              <a:rPr lang="en-US" sz="500" dirty="0"/>
              <a:t>=r132</a:t>
            </a:r>
          </a:p>
          <a:p>
            <a:r>
              <a:rPr lang="en-US" sz="500" dirty="0"/>
              <a:t>    chain=</a:t>
            </a:r>
            <a:r>
              <a:rPr lang="en-US" sz="500" dirty="0" err="1"/>
              <a:t>runcmd</a:t>
            </a:r>
            <a:r>
              <a:rPr lang="en-US" sz="500" dirty="0"/>
              <a:t>=</a:t>
            </a:r>
            <a:r>
              <a:rPr lang="en-US" sz="500" dirty="0" err="1"/>
              <a:t>bmcsetup,osimage</a:t>
            </a:r>
            <a:r>
              <a:rPr lang="en-US" sz="500" dirty="0"/>
              <a:t>=alma9.5-x86_64-netboot-compute</a:t>
            </a:r>
          </a:p>
          <a:p>
            <a:r>
              <a:rPr lang="en-US" sz="500" dirty="0"/>
              <a:t>    </a:t>
            </a:r>
            <a:r>
              <a:rPr lang="en-US" sz="500" dirty="0" err="1"/>
              <a:t>cpucount</a:t>
            </a:r>
            <a:r>
              <a:rPr lang="en-US" sz="500" dirty="0"/>
              <a:t>=64</a:t>
            </a:r>
          </a:p>
          <a:p>
            <a:r>
              <a:rPr lang="en-US" sz="500" dirty="0"/>
              <a:t>    </a:t>
            </a:r>
            <a:r>
              <a:rPr lang="en-US" sz="500" dirty="0" err="1"/>
              <a:t>cputype</a:t>
            </a:r>
            <a:r>
              <a:rPr lang="en-US" sz="500" dirty="0"/>
              <a:t>=Intel(R) Xeon(R) Gold 6430</a:t>
            </a:r>
          </a:p>
          <a:p>
            <a:r>
              <a:rPr lang="en-US" sz="500" dirty="0"/>
              <a:t>    </a:t>
            </a:r>
            <a:r>
              <a:rPr lang="en-US" sz="500" dirty="0" err="1"/>
              <a:t>currchain</a:t>
            </a:r>
            <a:r>
              <a:rPr lang="en-US" sz="500" dirty="0"/>
              <a:t>=standby</a:t>
            </a:r>
          </a:p>
          <a:p>
            <a:r>
              <a:rPr lang="en-US" sz="500" dirty="0"/>
              <a:t>    </a:t>
            </a:r>
            <a:r>
              <a:rPr lang="en-US" sz="500" dirty="0" err="1"/>
              <a:t>currstate</a:t>
            </a:r>
            <a:r>
              <a:rPr lang="en-US" sz="500" dirty="0"/>
              <a:t>=</a:t>
            </a:r>
            <a:r>
              <a:rPr lang="en-US" sz="500" dirty="0" err="1"/>
              <a:t>netboot</a:t>
            </a:r>
            <a:r>
              <a:rPr lang="en-US" sz="500" dirty="0"/>
              <a:t> alma9.7-x86_64-compute</a:t>
            </a:r>
          </a:p>
          <a:p>
            <a:r>
              <a:rPr lang="en-US" sz="500" dirty="0"/>
              <a:t>    groups=alma9,hpe</a:t>
            </a:r>
          </a:p>
          <a:p>
            <a:r>
              <a:rPr lang="en-US" sz="500" dirty="0"/>
              <a:t>    hostnames=n132-ens15f1d1</a:t>
            </a:r>
          </a:p>
          <a:p>
            <a:r>
              <a:rPr lang="en-US" sz="500" dirty="0"/>
              <a:t>    </a:t>
            </a:r>
            <a:r>
              <a:rPr lang="en-US" sz="500" dirty="0" err="1"/>
              <a:t>installnic</a:t>
            </a:r>
            <a:r>
              <a:rPr lang="en-US" sz="500" dirty="0"/>
              <a:t>=mac</a:t>
            </a:r>
          </a:p>
          <a:p>
            <a:r>
              <a:rPr lang="en-US" sz="500" dirty="0"/>
              <a:t>    </a:t>
            </a:r>
            <a:r>
              <a:rPr lang="en-US" sz="500" dirty="0" err="1"/>
              <a:t>ip</a:t>
            </a:r>
            <a:r>
              <a:rPr lang="en-US" sz="500" dirty="0"/>
              <a:t>=192.168.246.202</a:t>
            </a:r>
          </a:p>
          <a:p>
            <a:r>
              <a:rPr lang="en-US" sz="500" dirty="0"/>
              <a:t>    mac=d4:04:e6:b4:8d:62|d4:04:e6:b4:8d:63!n132-ens15f1d1</a:t>
            </a:r>
          </a:p>
          <a:p>
            <a:r>
              <a:rPr lang="en-US" sz="500" dirty="0"/>
              <a:t>    memory=3096244MB</a:t>
            </a:r>
          </a:p>
          <a:p>
            <a:r>
              <a:rPr lang="en-US" sz="500" dirty="0"/>
              <a:t>    mgt=</a:t>
            </a:r>
            <a:r>
              <a:rPr lang="en-US" sz="500" dirty="0" err="1"/>
              <a:t>ipmi</a:t>
            </a:r>
            <a:endParaRPr lang="en-US" sz="500" dirty="0"/>
          </a:p>
          <a:p>
            <a:r>
              <a:rPr lang="en-US" sz="500" dirty="0"/>
              <a:t>    </a:t>
            </a:r>
            <a:r>
              <a:rPr lang="en-US" sz="500" dirty="0" err="1"/>
              <a:t>mtm</a:t>
            </a:r>
            <a:r>
              <a:rPr lang="en-US" sz="500" dirty="0"/>
              <a:t>=HPE:P52499-B21</a:t>
            </a:r>
          </a:p>
          <a:p>
            <a:r>
              <a:rPr lang="en-US" sz="500" dirty="0"/>
              <a:t>    </a:t>
            </a:r>
            <a:r>
              <a:rPr lang="en-US" sz="500" dirty="0" err="1"/>
              <a:t>netboot</a:t>
            </a:r>
            <a:r>
              <a:rPr lang="en-US" sz="500" dirty="0"/>
              <a:t>=</a:t>
            </a:r>
            <a:r>
              <a:rPr lang="en-US" sz="500" dirty="0" err="1"/>
              <a:t>xnba</a:t>
            </a:r>
            <a:endParaRPr lang="en-US" sz="500" dirty="0"/>
          </a:p>
          <a:p>
            <a:r>
              <a:rPr lang="en-US" sz="500" dirty="0"/>
              <a:t>    nicdevices.bond0=eth0|eth1</a:t>
            </a:r>
          </a:p>
          <a:p>
            <a:r>
              <a:rPr lang="en-US" sz="500" dirty="0"/>
              <a:t>    nicdevices.bond0.418=bond0</a:t>
            </a:r>
          </a:p>
          <a:p>
            <a:r>
              <a:rPr lang="en-US" sz="500" dirty="0"/>
              <a:t>    nicextraparams.bond0=mode=802.3ad </a:t>
            </a:r>
            <a:r>
              <a:rPr lang="en-US" sz="500" dirty="0" err="1"/>
              <a:t>miimon</a:t>
            </a:r>
            <a:r>
              <a:rPr lang="en-US" sz="500" dirty="0"/>
              <a:t>=100 ipv4.dns=192.168.246.2 ipv4.dns-search=roary.net</a:t>
            </a:r>
          </a:p>
          <a:p>
            <a:r>
              <a:rPr lang="en-US" sz="500" dirty="0"/>
              <a:t>    nichostnamesuffixes.bond0.418=-data</a:t>
            </a:r>
          </a:p>
          <a:p>
            <a:r>
              <a:rPr lang="en-US" sz="500" dirty="0"/>
              <a:t>    nicips.bond0.418=192.168.233.202</a:t>
            </a:r>
          </a:p>
          <a:p>
            <a:r>
              <a:rPr lang="en-US" sz="500" dirty="0"/>
              <a:t>    nicips.bond0=192.168.246.202</a:t>
            </a:r>
          </a:p>
          <a:p>
            <a:r>
              <a:rPr lang="en-US" sz="500" dirty="0"/>
              <a:t>    nicnetworks.bond0.418=data</a:t>
            </a:r>
          </a:p>
          <a:p>
            <a:r>
              <a:rPr lang="en-US" sz="500" dirty="0"/>
              <a:t>    nicnetworks.bond0=net427</a:t>
            </a:r>
          </a:p>
          <a:p>
            <a:r>
              <a:rPr lang="en-US" sz="500" dirty="0"/>
              <a:t>    nictypes.bond0.418=</a:t>
            </a:r>
            <a:r>
              <a:rPr lang="en-US" sz="500" dirty="0" err="1"/>
              <a:t>vlan</a:t>
            </a:r>
            <a:endParaRPr lang="en-US" sz="500" dirty="0"/>
          </a:p>
          <a:p>
            <a:r>
              <a:rPr lang="en-US" sz="500" dirty="0"/>
              <a:t>    nictypes.eth0=Ethernet</a:t>
            </a:r>
          </a:p>
          <a:p>
            <a:r>
              <a:rPr lang="en-US" sz="500" dirty="0"/>
              <a:t>    nictypes.eth1=Ethernet</a:t>
            </a:r>
          </a:p>
          <a:p>
            <a:r>
              <a:rPr lang="en-US" sz="500" dirty="0"/>
              <a:t>    nictypes.bond0=bond</a:t>
            </a:r>
          </a:p>
          <a:p>
            <a:r>
              <a:rPr lang="en-US" sz="500" dirty="0"/>
              <a:t>    </a:t>
            </a:r>
            <a:r>
              <a:rPr lang="en-US" sz="500" dirty="0" err="1"/>
              <a:t>os</a:t>
            </a:r>
            <a:r>
              <a:rPr lang="en-US" sz="500" dirty="0"/>
              <a:t>=alma9.7</a:t>
            </a:r>
          </a:p>
          <a:p>
            <a:r>
              <a:rPr lang="en-US" sz="500" dirty="0"/>
              <a:t>    </a:t>
            </a:r>
            <a:r>
              <a:rPr lang="en-US" sz="500" dirty="0" err="1"/>
              <a:t>postbootscripts</a:t>
            </a:r>
            <a:r>
              <a:rPr lang="en-US" sz="500" dirty="0"/>
              <a:t>=</a:t>
            </a:r>
            <a:r>
              <a:rPr lang="en-US" sz="500" dirty="0" err="1"/>
              <a:t>otherpkgs</a:t>
            </a:r>
            <a:endParaRPr lang="en-US" sz="500" dirty="0"/>
          </a:p>
          <a:p>
            <a:r>
              <a:rPr lang="en-US" sz="500" dirty="0"/>
              <a:t>    postscripts=syslog,remoteshell,syncfiles,setupntp,roary-sethostname,confignetwork,roary-repo-alma9,roary-ldap,roary-nouserlogin,roary-setuplustre,roary-slurm</a:t>
            </a:r>
          </a:p>
          <a:p>
            <a:r>
              <a:rPr lang="en-US" sz="500" dirty="0"/>
              <a:t>    profile=compute</a:t>
            </a:r>
          </a:p>
          <a:p>
            <a:r>
              <a:rPr lang="en-US" sz="500" dirty="0"/>
              <a:t>    </a:t>
            </a:r>
            <a:r>
              <a:rPr lang="en-US" sz="500" dirty="0" err="1"/>
              <a:t>provmethod</a:t>
            </a:r>
            <a:r>
              <a:rPr lang="en-US" sz="500" dirty="0"/>
              <a:t>=alma9.7-x86_64-netbootIB-compute</a:t>
            </a:r>
          </a:p>
          <a:p>
            <a:r>
              <a:rPr lang="en-US" sz="500" dirty="0"/>
              <a:t>    serial=3M1D1T10JW</a:t>
            </a:r>
          </a:p>
          <a:p>
            <a:r>
              <a:rPr lang="en-US" sz="500" dirty="0"/>
              <a:t>    status=booted</a:t>
            </a:r>
          </a:p>
          <a:p>
            <a:r>
              <a:rPr lang="en-US" sz="500" dirty="0"/>
              <a:t>    </a:t>
            </a:r>
            <a:r>
              <a:rPr lang="en-US" sz="500" dirty="0" err="1"/>
              <a:t>statustime</a:t>
            </a:r>
            <a:r>
              <a:rPr lang="en-US" sz="500" dirty="0"/>
              <a:t>=06-01-2026 14:50:29</a:t>
            </a:r>
          </a:p>
          <a:p>
            <a:r>
              <a:rPr lang="en-US" sz="500" dirty="0"/>
              <a:t>    </a:t>
            </a:r>
            <a:r>
              <a:rPr lang="en-US" sz="500" dirty="0" err="1"/>
              <a:t>supportedarchs</a:t>
            </a:r>
            <a:r>
              <a:rPr lang="en-US" sz="500" dirty="0"/>
              <a:t>=x86,x86_64</a:t>
            </a:r>
          </a:p>
          <a:p>
            <a:r>
              <a:rPr lang="en-US" sz="500" dirty="0"/>
              <a:t>    </a:t>
            </a:r>
            <a:r>
              <a:rPr lang="en-US" sz="500" dirty="0" err="1"/>
              <a:t>updatestatus</a:t>
            </a:r>
            <a:r>
              <a:rPr lang="en-US" sz="500" dirty="0"/>
              <a:t>=synced</a:t>
            </a:r>
          </a:p>
          <a:p>
            <a:r>
              <a:rPr lang="en-US" sz="500" dirty="0"/>
              <a:t>    </a:t>
            </a:r>
            <a:r>
              <a:rPr lang="en-US" sz="500" dirty="0" err="1"/>
              <a:t>updatestatustime</a:t>
            </a:r>
            <a:r>
              <a:rPr lang="en-US" sz="500" dirty="0"/>
              <a:t>=06-01-2026 14:51:59</a:t>
            </a:r>
          </a:p>
        </p:txBody>
      </p:sp>
    </p:spTree>
    <p:extLst>
      <p:ext uri="{BB962C8B-B14F-4D97-AF65-F5344CB8AC3E}">
        <p14:creationId xmlns:p14="http://schemas.microsoft.com/office/powerpoint/2010/main" val="11239017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3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29CC2B60-7F01-7ED6-F5E9-72AB62438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/>
          </a:bodyPr>
          <a:lstStyle/>
          <a:p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 – Groups Objects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16" name="Table 0">
            <a:extLst>
              <a:ext uri="{FF2B5EF4-FFF2-40B4-BE49-F238E27FC236}">
                <a16:creationId xmlns:a16="http://schemas.microsoft.com/office/drawing/2014/main" id="{F6D97E52-724A-4107-E392-A67194996D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9267446"/>
              </p:ext>
            </p:extLst>
          </p:nvPr>
        </p:nvGraphicFramePr>
        <p:xfrm>
          <a:off x="3717417" y="2054234"/>
          <a:ext cx="5349240" cy="19050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Nodes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Groups (stored on nodelist)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osimage (provmethod)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n001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dell &amp; 16C_128G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alma9.7-x86_64-netbootIB-compute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n003,n006-n012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dell &amp; 16C_128G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alma9.5-x86_64-netboot-compute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n095-n102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alma9 &amp; dell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alma9.5-x86_64-netboot-compute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n126-n127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alma9 &amp; hpe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alma9.5-x86_64-netboot-compute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n128-n133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alma9 &amp; hpe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alma9.7-x86_64-netbootIB-compute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gpu-a100-01..07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raptor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alma9.5-x86_64-netboot-cudaruntime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g009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raptor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alma9.5-x86_64-netboot-cudaruntime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login1,login2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login,alma9,dell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alma9.5-x86_64-install-compute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dm01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dm,alma9,dell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alma9.5-x86_64-install-compute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7" name="Table 1">
            <a:extLst>
              <a:ext uri="{FF2B5EF4-FFF2-40B4-BE49-F238E27FC236}">
                <a16:creationId xmlns:a16="http://schemas.microsoft.com/office/drawing/2014/main" id="{1115B999-BFC8-F642-9DF3-B4DB143DEE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8907688"/>
              </p:ext>
            </p:extLst>
          </p:nvPr>
        </p:nvGraphicFramePr>
        <p:xfrm>
          <a:off x="3717417" y="4020194"/>
          <a:ext cx="3017520" cy="402336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Nodes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Groups (stored on nodelist)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v003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viz &amp; R720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Table 2">
            <a:extLst>
              <a:ext uri="{FF2B5EF4-FFF2-40B4-BE49-F238E27FC236}">
                <a16:creationId xmlns:a16="http://schemas.microsoft.com/office/drawing/2014/main" id="{3AA1214D-991A-DB32-6C2D-A5E7FAF417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4030188"/>
              </p:ext>
            </p:extLst>
          </p:nvPr>
        </p:nvGraphicFramePr>
        <p:xfrm>
          <a:off x="3717417" y="4614554"/>
          <a:ext cx="2834640" cy="9525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Nodes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Groups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dell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Stored on noderes, nodehm tables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hpe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Stored on noderes, nodehm tables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raptor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Stored on noderes, nodehm tables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R720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Stored on noderes, nodehm tables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1" name="Table 3">
            <a:extLst>
              <a:ext uri="{FF2B5EF4-FFF2-40B4-BE49-F238E27FC236}">
                <a16:creationId xmlns:a16="http://schemas.microsoft.com/office/drawing/2014/main" id="{7CDF1039-A8D2-3BA9-C05B-27732AAA88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6940704"/>
              </p:ext>
            </p:extLst>
          </p:nvPr>
        </p:nvGraphicFramePr>
        <p:xfrm>
          <a:off x="6689217" y="4614554"/>
          <a:ext cx="2377440" cy="603504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Nodes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Groups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Stored on nodetype table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alma9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Stored on nodetype table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2" name="Table 4">
            <a:extLst>
              <a:ext uri="{FF2B5EF4-FFF2-40B4-BE49-F238E27FC236}">
                <a16:creationId xmlns:a16="http://schemas.microsoft.com/office/drawing/2014/main" id="{14790F44-B94C-0C0B-DE0B-248CDE1DAD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642442"/>
              </p:ext>
            </p:extLst>
          </p:nvPr>
        </p:nvGraphicFramePr>
        <p:xfrm>
          <a:off x="3717417" y="5437514"/>
          <a:ext cx="2834640" cy="11430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 Nodes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Groups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hpcslurm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slurmmn,alma9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hpcxcat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xcatmn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login1,login2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dm01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l01-l03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hpcdns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Text 2">
            <a:extLst>
              <a:ext uri="{FF2B5EF4-FFF2-40B4-BE49-F238E27FC236}">
                <a16:creationId xmlns:a16="http://schemas.microsoft.com/office/drawing/2014/main" id="{31D0DEC0-3F29-B04B-6AE4-5ED7857F02A7}"/>
              </a:ext>
            </a:extLst>
          </p:cNvPr>
          <p:cNvSpPr/>
          <p:nvPr/>
        </p:nvSpPr>
        <p:spPr>
          <a:xfrm>
            <a:off x="274320" y="177165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Nodes groups currently in use:</a:t>
            </a:r>
            <a:endParaRPr lang="en-US" sz="1300" dirty="0"/>
          </a:p>
          <a:p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command to add a new node:</a:t>
            </a:r>
            <a:endParaRPr lang="en-US" sz="1300" dirty="0"/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68244F6B-C0A8-8A0D-1795-12A398589513}"/>
              </a:ext>
            </a:extLst>
          </p:cNvPr>
          <p:cNvSpPr/>
          <p:nvPr/>
        </p:nvSpPr>
        <p:spPr>
          <a:xfrm>
            <a:off x="274320" y="259461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2E40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nodeadd gpu-a100-01 groups=raptor,alma9</a:t>
            </a:r>
            <a:endParaRPr lang="en-US" sz="1100" dirty="0"/>
          </a:p>
          <a:p>
            <a:r>
              <a:rPr lang="en-US" sz="1100" dirty="0">
                <a:solidFill>
                  <a:srgbClr val="2E40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nodeadd n126-n133 groups=alma9,hpe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23156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3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/>
          </a:bodyPr>
          <a:lstStyle/>
          <a:p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 – 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OSimage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 Objects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8BBA768-3ED6-1388-BD43-FFE6206F32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3798" y="1880752"/>
            <a:ext cx="5916404" cy="4888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4786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3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/>
          </a:bodyPr>
          <a:lstStyle/>
          <a:p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 – 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OSimage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 Objects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32FF1E6-A8DB-151C-2FA2-C992178EF63B}"/>
              </a:ext>
            </a:extLst>
          </p:cNvPr>
          <p:cNvSpPr txBox="1">
            <a:spLocks/>
          </p:cNvSpPr>
          <p:nvPr/>
        </p:nvSpPr>
        <p:spPr>
          <a:xfrm>
            <a:off x="124568" y="2112004"/>
            <a:ext cx="8867032" cy="436499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6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285750"/>
            <a:r>
              <a:rPr lang="en-US" sz="4000" dirty="0">
                <a:solidFill>
                  <a:schemeClr val="accent1">
                    <a:lumMod val="75000"/>
                  </a:schemeClr>
                </a:solidFill>
              </a:rPr>
              <a:t>Definition of </a:t>
            </a:r>
            <a:r>
              <a:rPr lang="en-US" sz="4000" dirty="0" err="1">
                <a:solidFill>
                  <a:schemeClr val="accent1">
                    <a:lumMod val="75000"/>
                  </a:schemeClr>
                </a:solidFill>
              </a:rPr>
              <a:t>osimage</a:t>
            </a:r>
            <a:endParaRPr lang="en-US" sz="4000" dirty="0">
              <a:solidFill>
                <a:schemeClr val="accent1">
                  <a:lumMod val="75000"/>
                </a:schemeClr>
              </a:solidFill>
            </a:endParaRPr>
          </a:p>
          <a:p>
            <a:pPr marL="114300" indent="0">
              <a:buNone/>
            </a:pPr>
            <a:r>
              <a:rPr lang="en-US" sz="800" dirty="0"/>
              <a:t>Object name: alma9.7-x86_64-netbootIB-compute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exlist</a:t>
            </a:r>
            <a:r>
              <a:rPr lang="en-US" sz="800" dirty="0"/>
              <a:t>=/opt/</a:t>
            </a:r>
            <a:r>
              <a:rPr lang="en-US" sz="800" dirty="0" err="1"/>
              <a:t>xcat</a:t>
            </a:r>
            <a:r>
              <a:rPr lang="en-US" sz="800" dirty="0"/>
              <a:t>/share/</a:t>
            </a:r>
            <a:r>
              <a:rPr lang="en-US" sz="800" dirty="0" err="1"/>
              <a:t>xcat</a:t>
            </a:r>
            <a:r>
              <a:rPr lang="en-US" sz="800" dirty="0"/>
              <a:t>/</a:t>
            </a:r>
            <a:r>
              <a:rPr lang="en-US" sz="800" dirty="0" err="1"/>
              <a:t>netboot</a:t>
            </a:r>
            <a:r>
              <a:rPr lang="en-US" sz="800" dirty="0"/>
              <a:t>/alma/compute.alma9.x86_64.exlist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imagetype</a:t>
            </a:r>
            <a:r>
              <a:rPr lang="en-US" sz="800" dirty="0"/>
              <a:t>=</a:t>
            </a:r>
            <a:r>
              <a:rPr lang="en-US" sz="800" dirty="0" err="1"/>
              <a:t>linux</a:t>
            </a:r>
            <a:endParaRPr lang="en-US" sz="800" dirty="0"/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kernelver</a:t>
            </a:r>
            <a:r>
              <a:rPr lang="en-US" sz="800" dirty="0"/>
              <a:t>=5.14.0-611.54.3.el9_7.x86_64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osarch</a:t>
            </a:r>
            <a:r>
              <a:rPr lang="en-US" sz="800" dirty="0"/>
              <a:t>=x86_64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osdistroname</a:t>
            </a:r>
            <a:r>
              <a:rPr lang="en-US" sz="800" dirty="0"/>
              <a:t>=alma9.7-x86_64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osname</a:t>
            </a:r>
            <a:r>
              <a:rPr lang="en-US" sz="800" dirty="0"/>
              <a:t>=Linux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osvers</a:t>
            </a:r>
            <a:r>
              <a:rPr lang="en-US" sz="800" dirty="0"/>
              <a:t>=alma9.7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otherpkgdir</a:t>
            </a:r>
            <a:r>
              <a:rPr lang="en-US" sz="800" dirty="0"/>
              <a:t>=/install/post/</a:t>
            </a:r>
            <a:r>
              <a:rPr lang="en-US" sz="800" dirty="0" err="1"/>
              <a:t>otherpkgs</a:t>
            </a:r>
            <a:r>
              <a:rPr lang="en-US" sz="800" dirty="0"/>
              <a:t>/alma9.7/x86_64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otherpkglist</a:t>
            </a:r>
            <a:r>
              <a:rPr lang="en-US" sz="800" dirty="0"/>
              <a:t>=/install/custom/</a:t>
            </a:r>
            <a:r>
              <a:rPr lang="en-US" sz="800" dirty="0" err="1"/>
              <a:t>netboot</a:t>
            </a:r>
            <a:r>
              <a:rPr lang="en-US" sz="800" dirty="0"/>
              <a:t>/alma/ib.alma9.7.doca.pkglist</a:t>
            </a:r>
          </a:p>
          <a:p>
            <a:pPr marL="114300" indent="0">
              <a:buNone/>
            </a:pPr>
            <a:r>
              <a:rPr lang="en-US" sz="800" dirty="0"/>
              <a:t>    permission=755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pkgdir</a:t>
            </a:r>
            <a:r>
              <a:rPr lang="en-US" sz="800" dirty="0"/>
              <a:t>=/install/alma9.7/x86_64,/install/kernels/5.14.0-611.54.3.el9_7.x86_64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pkglist</a:t>
            </a:r>
            <a:r>
              <a:rPr lang="en-US" sz="800" dirty="0"/>
              <a:t>=/opt/</a:t>
            </a:r>
            <a:r>
              <a:rPr lang="en-US" sz="800" dirty="0" err="1"/>
              <a:t>xcat</a:t>
            </a:r>
            <a:r>
              <a:rPr lang="en-US" sz="800" dirty="0"/>
              <a:t>/share/</a:t>
            </a:r>
            <a:r>
              <a:rPr lang="en-US" sz="800" dirty="0" err="1"/>
              <a:t>xcat</a:t>
            </a:r>
            <a:r>
              <a:rPr lang="en-US" sz="800" dirty="0"/>
              <a:t>/</a:t>
            </a:r>
            <a:r>
              <a:rPr lang="en-US" sz="800" dirty="0" err="1"/>
              <a:t>netboot</a:t>
            </a:r>
            <a:r>
              <a:rPr lang="en-US" sz="800" dirty="0"/>
              <a:t>/alma/compute.alma9.x86_64.pkglist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postinstall</a:t>
            </a:r>
            <a:r>
              <a:rPr lang="en-US" sz="800" dirty="0"/>
              <a:t>=/opt/</a:t>
            </a:r>
            <a:r>
              <a:rPr lang="en-US" sz="800" dirty="0" err="1"/>
              <a:t>xcat</a:t>
            </a:r>
            <a:r>
              <a:rPr lang="en-US" sz="800" dirty="0"/>
              <a:t>/share/</a:t>
            </a:r>
            <a:r>
              <a:rPr lang="en-US" sz="800" dirty="0" err="1"/>
              <a:t>xcat</a:t>
            </a:r>
            <a:r>
              <a:rPr lang="en-US" sz="800" dirty="0"/>
              <a:t>/</a:t>
            </a:r>
            <a:r>
              <a:rPr lang="en-US" sz="800" dirty="0" err="1"/>
              <a:t>netboot</a:t>
            </a:r>
            <a:r>
              <a:rPr lang="en-US" sz="800" dirty="0"/>
              <a:t>/alma/compute.alma9.x86_64.postinstall</a:t>
            </a:r>
          </a:p>
          <a:p>
            <a:pPr marL="114300" indent="0">
              <a:buNone/>
            </a:pPr>
            <a:r>
              <a:rPr lang="en-US" sz="800" dirty="0"/>
              <a:t>    profile=compute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provmethod</a:t>
            </a:r>
            <a:r>
              <a:rPr lang="en-US" sz="800" dirty="0"/>
              <a:t>=</a:t>
            </a:r>
            <a:r>
              <a:rPr lang="en-US" sz="800" dirty="0" err="1"/>
              <a:t>netboot</a:t>
            </a:r>
            <a:endParaRPr lang="en-US" sz="800" dirty="0"/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rootimgdir</a:t>
            </a:r>
            <a:r>
              <a:rPr lang="en-US" sz="800" dirty="0"/>
              <a:t>=/install/</a:t>
            </a:r>
            <a:r>
              <a:rPr lang="en-US" sz="800" dirty="0" err="1"/>
              <a:t>netboot</a:t>
            </a:r>
            <a:r>
              <a:rPr lang="en-US" sz="800" dirty="0"/>
              <a:t>/alma9.7/x86_64/compute-</a:t>
            </a:r>
            <a:r>
              <a:rPr lang="en-US" sz="800" dirty="0" err="1"/>
              <a:t>ib</a:t>
            </a:r>
            <a:endParaRPr lang="en-US" sz="800" dirty="0"/>
          </a:p>
          <a:p>
            <a:pPr marL="114300" indent="0">
              <a:buNone/>
            </a:pPr>
            <a:r>
              <a:rPr lang="en-US" sz="800" dirty="0"/>
              <a:t>11:17:21 </a:t>
            </a:r>
            <a:r>
              <a:rPr lang="en-US" sz="800" dirty="0" err="1"/>
              <a:t>hpcxcat</a:t>
            </a:r>
            <a:r>
              <a:rPr lang="en-US" sz="800" dirty="0"/>
              <a:t> /home/</a:t>
            </a:r>
            <a:r>
              <a:rPr lang="en-US" sz="800" dirty="0" err="1"/>
              <a:t>lenz</a:t>
            </a:r>
            <a:r>
              <a:rPr lang="en-US" sz="800" dirty="0"/>
              <a:t> # </a:t>
            </a:r>
            <a:r>
              <a:rPr lang="en-US" sz="800" dirty="0" err="1"/>
              <a:t>lsos</a:t>
            </a:r>
            <a:r>
              <a:rPr lang="en-US" sz="800" dirty="0"/>
              <a:t> alma9.7-x86_64-netboot-cudaruntime</a:t>
            </a:r>
          </a:p>
          <a:p>
            <a:pPr marL="114300" indent="0">
              <a:buNone/>
            </a:pPr>
            <a:r>
              <a:rPr lang="en-US" sz="800" dirty="0"/>
              <a:t>Object name: alma9.7-x86_64-netboot-cudaruntime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exlist</a:t>
            </a:r>
            <a:r>
              <a:rPr lang="en-US" sz="800" dirty="0"/>
              <a:t>=/opt/</a:t>
            </a:r>
            <a:r>
              <a:rPr lang="en-US" sz="800" dirty="0" err="1"/>
              <a:t>xcat</a:t>
            </a:r>
            <a:r>
              <a:rPr lang="en-US" sz="800" dirty="0"/>
              <a:t>/share/</a:t>
            </a:r>
            <a:r>
              <a:rPr lang="en-US" sz="800" dirty="0" err="1"/>
              <a:t>xcat</a:t>
            </a:r>
            <a:r>
              <a:rPr lang="en-US" sz="800" dirty="0"/>
              <a:t>/</a:t>
            </a:r>
            <a:r>
              <a:rPr lang="en-US" sz="800" dirty="0" err="1"/>
              <a:t>netboot</a:t>
            </a:r>
            <a:r>
              <a:rPr lang="en-US" sz="800" dirty="0"/>
              <a:t>/alma/compute.alma9.x86_64.exlist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imagetype</a:t>
            </a:r>
            <a:r>
              <a:rPr lang="en-US" sz="800" dirty="0"/>
              <a:t>=</a:t>
            </a:r>
            <a:r>
              <a:rPr lang="en-US" sz="800" dirty="0" err="1"/>
              <a:t>linux</a:t>
            </a:r>
            <a:endParaRPr lang="en-US" sz="800" dirty="0"/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kernelver</a:t>
            </a:r>
            <a:r>
              <a:rPr lang="en-US" sz="800" dirty="0"/>
              <a:t>=5.14.0-611.54.3.el9_7.x86_64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osarch</a:t>
            </a:r>
            <a:r>
              <a:rPr lang="en-US" sz="800" dirty="0"/>
              <a:t>=x86_64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osdistroname</a:t>
            </a:r>
            <a:r>
              <a:rPr lang="en-US" sz="800" dirty="0"/>
              <a:t>=alma9.7-x86_64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osname</a:t>
            </a:r>
            <a:r>
              <a:rPr lang="en-US" sz="800" dirty="0"/>
              <a:t>=Linux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osvers</a:t>
            </a:r>
            <a:r>
              <a:rPr lang="en-US" sz="800" dirty="0"/>
              <a:t>=alma9.7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otherpkgdir</a:t>
            </a:r>
            <a:r>
              <a:rPr lang="en-US" sz="800" dirty="0"/>
              <a:t>=/install/post/</a:t>
            </a:r>
            <a:r>
              <a:rPr lang="en-US" sz="800" dirty="0" err="1"/>
              <a:t>otherpkgs</a:t>
            </a:r>
            <a:r>
              <a:rPr lang="en-US" sz="800" dirty="0"/>
              <a:t>/alma9.7/x86_64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otherpkglist</a:t>
            </a:r>
            <a:r>
              <a:rPr lang="en-US" sz="800" dirty="0"/>
              <a:t>=/install/custom/</a:t>
            </a:r>
            <a:r>
              <a:rPr lang="en-US" sz="800" dirty="0" err="1"/>
              <a:t>netboot</a:t>
            </a:r>
            <a:r>
              <a:rPr lang="en-US" sz="800" dirty="0"/>
              <a:t>/alma/cudaruntime.alma9.7.x86_64.otherpkgs.pkglist</a:t>
            </a:r>
          </a:p>
          <a:p>
            <a:pPr marL="114300" indent="0">
              <a:buNone/>
            </a:pPr>
            <a:r>
              <a:rPr lang="en-US" sz="800" dirty="0"/>
              <a:t>    permission=755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pkgdir</a:t>
            </a:r>
            <a:r>
              <a:rPr lang="en-US" sz="800" dirty="0"/>
              <a:t>=/install/alma9.7/x86_64,/install/kernels/5.14.0-611.54.3.el9_7.x86_64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pkglist</a:t>
            </a:r>
            <a:r>
              <a:rPr lang="en-US" sz="800" dirty="0"/>
              <a:t>=/opt/</a:t>
            </a:r>
            <a:r>
              <a:rPr lang="en-US" sz="800" dirty="0" err="1"/>
              <a:t>xcat</a:t>
            </a:r>
            <a:r>
              <a:rPr lang="en-US" sz="800" dirty="0"/>
              <a:t>/share/</a:t>
            </a:r>
            <a:r>
              <a:rPr lang="en-US" sz="800" dirty="0" err="1"/>
              <a:t>xcat</a:t>
            </a:r>
            <a:r>
              <a:rPr lang="en-US" sz="800" dirty="0"/>
              <a:t>/</a:t>
            </a:r>
            <a:r>
              <a:rPr lang="en-US" sz="800" dirty="0" err="1"/>
              <a:t>netboot</a:t>
            </a:r>
            <a:r>
              <a:rPr lang="en-US" sz="800" dirty="0"/>
              <a:t>/alma/compute.alma9.x86_64.pkglist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postinstall</a:t>
            </a:r>
            <a:r>
              <a:rPr lang="en-US" sz="800" dirty="0"/>
              <a:t>=/opt/</a:t>
            </a:r>
            <a:r>
              <a:rPr lang="en-US" sz="800" dirty="0" err="1"/>
              <a:t>xcat</a:t>
            </a:r>
            <a:r>
              <a:rPr lang="en-US" sz="800" dirty="0"/>
              <a:t>/share/</a:t>
            </a:r>
            <a:r>
              <a:rPr lang="en-US" sz="800" dirty="0" err="1"/>
              <a:t>xcat</a:t>
            </a:r>
            <a:r>
              <a:rPr lang="en-US" sz="800" dirty="0"/>
              <a:t>/</a:t>
            </a:r>
            <a:r>
              <a:rPr lang="en-US" sz="800" dirty="0" err="1"/>
              <a:t>netboot</a:t>
            </a:r>
            <a:r>
              <a:rPr lang="en-US" sz="800" dirty="0"/>
              <a:t>/alma/compute.alma9.x86_64.postinstall</a:t>
            </a:r>
          </a:p>
          <a:p>
            <a:pPr marL="114300" indent="0">
              <a:buNone/>
            </a:pPr>
            <a:r>
              <a:rPr lang="en-US" sz="800" dirty="0"/>
              <a:t>    profile=compute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provmethod</a:t>
            </a:r>
            <a:r>
              <a:rPr lang="en-US" sz="800" dirty="0"/>
              <a:t>=</a:t>
            </a:r>
            <a:r>
              <a:rPr lang="en-US" sz="800" dirty="0" err="1"/>
              <a:t>netboot</a:t>
            </a:r>
            <a:endParaRPr lang="en-US" sz="800" dirty="0"/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rootimgdir</a:t>
            </a:r>
            <a:r>
              <a:rPr lang="en-US" sz="800" dirty="0"/>
              <a:t>=/install/</a:t>
            </a:r>
            <a:r>
              <a:rPr lang="en-US" sz="800" dirty="0" err="1"/>
              <a:t>netboot</a:t>
            </a:r>
            <a:r>
              <a:rPr lang="en-US" sz="800" dirty="0"/>
              <a:t>/alma9.7/x86_64/</a:t>
            </a:r>
            <a:r>
              <a:rPr lang="en-US" sz="800" dirty="0" err="1"/>
              <a:t>cudaruntime</a:t>
            </a:r>
            <a:endParaRPr lang="en-US" sz="800" dirty="0"/>
          </a:p>
          <a:p>
            <a:pPr marL="114300" indent="0">
              <a:buNone/>
            </a:pPr>
            <a:r>
              <a:rPr lang="en-US" sz="800" dirty="0"/>
              <a:t>11:17:42 </a:t>
            </a:r>
            <a:r>
              <a:rPr lang="en-US" sz="800" dirty="0" err="1"/>
              <a:t>hpcxcat</a:t>
            </a:r>
            <a:r>
              <a:rPr lang="en-US" sz="800" dirty="0"/>
              <a:t> /home/</a:t>
            </a:r>
            <a:r>
              <a:rPr lang="en-US" sz="800" dirty="0" err="1"/>
              <a:t>lenz</a:t>
            </a:r>
            <a:r>
              <a:rPr lang="en-US" sz="800" dirty="0"/>
              <a:t> # </a:t>
            </a:r>
            <a:r>
              <a:rPr lang="en-US" sz="800" dirty="0" err="1"/>
              <a:t>lsos</a:t>
            </a:r>
            <a:r>
              <a:rPr lang="en-US" sz="800" dirty="0"/>
              <a:t> alma9.7-x86_64-netboot-compute</a:t>
            </a:r>
          </a:p>
          <a:p>
            <a:pPr marL="114300" indent="0">
              <a:buNone/>
            </a:pPr>
            <a:r>
              <a:rPr lang="en-US" sz="800" dirty="0"/>
              <a:t>Object name: alma9.7-x86_64-netboot-compute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exlist</a:t>
            </a:r>
            <a:r>
              <a:rPr lang="en-US" sz="800" dirty="0"/>
              <a:t>=/opt/</a:t>
            </a:r>
            <a:r>
              <a:rPr lang="en-US" sz="800" dirty="0" err="1"/>
              <a:t>xcat</a:t>
            </a:r>
            <a:r>
              <a:rPr lang="en-US" sz="800" dirty="0"/>
              <a:t>/share/</a:t>
            </a:r>
            <a:r>
              <a:rPr lang="en-US" sz="800" dirty="0" err="1"/>
              <a:t>xcat</a:t>
            </a:r>
            <a:r>
              <a:rPr lang="en-US" sz="800" dirty="0"/>
              <a:t>/</a:t>
            </a:r>
            <a:r>
              <a:rPr lang="en-US" sz="800" dirty="0" err="1"/>
              <a:t>netboot</a:t>
            </a:r>
            <a:r>
              <a:rPr lang="en-US" sz="800" dirty="0"/>
              <a:t>/alma/compute.alma9.x86_64.exlist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imagetype</a:t>
            </a:r>
            <a:r>
              <a:rPr lang="en-US" sz="800" dirty="0"/>
              <a:t>=</a:t>
            </a:r>
            <a:r>
              <a:rPr lang="en-US" sz="800" dirty="0" err="1"/>
              <a:t>linux</a:t>
            </a:r>
            <a:endParaRPr lang="en-US" sz="800" dirty="0"/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osarch</a:t>
            </a:r>
            <a:r>
              <a:rPr lang="en-US" sz="800" dirty="0"/>
              <a:t>=x86_64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osdistroname</a:t>
            </a:r>
            <a:r>
              <a:rPr lang="en-US" sz="800" dirty="0"/>
              <a:t>=alma9.7-x86_64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osname</a:t>
            </a:r>
            <a:r>
              <a:rPr lang="en-US" sz="800" dirty="0"/>
              <a:t>=Linux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osvers</a:t>
            </a:r>
            <a:r>
              <a:rPr lang="en-US" sz="800" dirty="0"/>
              <a:t>=alma9.7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otherpkgdir</a:t>
            </a:r>
            <a:r>
              <a:rPr lang="en-US" sz="800" dirty="0"/>
              <a:t>=/install/post/</a:t>
            </a:r>
            <a:r>
              <a:rPr lang="en-US" sz="800" dirty="0" err="1"/>
              <a:t>otherpkgs</a:t>
            </a:r>
            <a:r>
              <a:rPr lang="en-US" sz="800" dirty="0"/>
              <a:t>/alma9.7/x86_64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pkgdir</a:t>
            </a:r>
            <a:r>
              <a:rPr lang="en-US" sz="800" dirty="0"/>
              <a:t>=/install/alma9.7/x86_64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pkglist</a:t>
            </a:r>
            <a:r>
              <a:rPr lang="en-US" sz="800" dirty="0"/>
              <a:t>=/opt/</a:t>
            </a:r>
            <a:r>
              <a:rPr lang="en-US" sz="800" dirty="0" err="1"/>
              <a:t>xcat</a:t>
            </a:r>
            <a:r>
              <a:rPr lang="en-US" sz="800" dirty="0"/>
              <a:t>/share/</a:t>
            </a:r>
            <a:r>
              <a:rPr lang="en-US" sz="800" dirty="0" err="1"/>
              <a:t>xcat</a:t>
            </a:r>
            <a:r>
              <a:rPr lang="en-US" sz="800" dirty="0"/>
              <a:t>/</a:t>
            </a:r>
            <a:r>
              <a:rPr lang="en-US" sz="800" dirty="0" err="1"/>
              <a:t>netboot</a:t>
            </a:r>
            <a:r>
              <a:rPr lang="en-US" sz="800" dirty="0"/>
              <a:t>/alma/compute.alma9.x86_64.pkglist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postinstall</a:t>
            </a:r>
            <a:r>
              <a:rPr lang="en-US" sz="800" dirty="0"/>
              <a:t>=/opt/</a:t>
            </a:r>
            <a:r>
              <a:rPr lang="en-US" sz="800" dirty="0" err="1"/>
              <a:t>xcat</a:t>
            </a:r>
            <a:r>
              <a:rPr lang="en-US" sz="800" dirty="0"/>
              <a:t>/share/</a:t>
            </a:r>
            <a:r>
              <a:rPr lang="en-US" sz="800" dirty="0" err="1"/>
              <a:t>xcat</a:t>
            </a:r>
            <a:r>
              <a:rPr lang="en-US" sz="800" dirty="0"/>
              <a:t>/</a:t>
            </a:r>
            <a:r>
              <a:rPr lang="en-US" sz="800" dirty="0" err="1"/>
              <a:t>netboot</a:t>
            </a:r>
            <a:r>
              <a:rPr lang="en-US" sz="800" dirty="0"/>
              <a:t>/alma/compute.alma9.x86_64.postinstall</a:t>
            </a:r>
          </a:p>
          <a:p>
            <a:pPr marL="114300" indent="0">
              <a:buNone/>
            </a:pPr>
            <a:r>
              <a:rPr lang="en-US" sz="800" dirty="0"/>
              <a:t>    profile=compute</a:t>
            </a:r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provmethod</a:t>
            </a:r>
            <a:r>
              <a:rPr lang="en-US" sz="800" dirty="0"/>
              <a:t>=</a:t>
            </a:r>
            <a:r>
              <a:rPr lang="en-US" sz="800" dirty="0" err="1"/>
              <a:t>netboot</a:t>
            </a:r>
            <a:endParaRPr lang="en-US" sz="800" dirty="0"/>
          </a:p>
          <a:p>
            <a:pPr marL="11430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rootimgdir</a:t>
            </a:r>
            <a:r>
              <a:rPr lang="en-US" sz="800" dirty="0"/>
              <a:t>=/install/</a:t>
            </a:r>
            <a:r>
              <a:rPr lang="en-US" sz="800" dirty="0" err="1"/>
              <a:t>netboot</a:t>
            </a:r>
            <a:r>
              <a:rPr lang="en-US" sz="800" dirty="0"/>
              <a:t>/alma9.7/x86_64/compute</a:t>
            </a:r>
          </a:p>
        </p:txBody>
      </p:sp>
    </p:spTree>
    <p:extLst>
      <p:ext uri="{BB962C8B-B14F-4D97-AF65-F5344CB8AC3E}">
        <p14:creationId xmlns:p14="http://schemas.microsoft.com/office/powerpoint/2010/main" val="26801687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3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/>
          </a:bodyPr>
          <a:lstStyle/>
          <a:p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 – DHCP &amp; DNS Configuration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32FF1E6-A8DB-151C-2FA2-C992178EF63B}"/>
              </a:ext>
            </a:extLst>
          </p:cNvPr>
          <p:cNvSpPr txBox="1">
            <a:spLocks/>
          </p:cNvSpPr>
          <p:nvPr/>
        </p:nvSpPr>
        <p:spPr>
          <a:xfrm>
            <a:off x="124568" y="2112004"/>
            <a:ext cx="8867032" cy="43649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285750"/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DHCP Service - /</a:t>
            </a:r>
            <a:r>
              <a:rPr lang="en-US" sz="1500" dirty="0" err="1">
                <a:solidFill>
                  <a:schemeClr val="accent1">
                    <a:lumMod val="75000"/>
                  </a:schemeClr>
                </a:solidFill>
              </a:rPr>
              <a:t>etc</a:t>
            </a:r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/</a:t>
            </a:r>
            <a:r>
              <a:rPr lang="en-US" sz="1500" dirty="0" err="1">
                <a:solidFill>
                  <a:schemeClr val="accent1">
                    <a:lumMod val="75000"/>
                  </a:schemeClr>
                </a:solidFill>
              </a:rPr>
              <a:t>dhcp</a:t>
            </a:r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/</a:t>
            </a:r>
            <a:r>
              <a:rPr lang="en-US" sz="1500" dirty="0" err="1">
                <a:solidFill>
                  <a:schemeClr val="accent1">
                    <a:lumMod val="75000"/>
                  </a:schemeClr>
                </a:solidFill>
              </a:rPr>
              <a:t>dhcpd.conf</a:t>
            </a:r>
            <a:endParaRPr lang="en-US" sz="1400" dirty="0"/>
          </a:p>
          <a:p>
            <a:pPr marL="114300" indent="0">
              <a:buNone/>
            </a:pPr>
            <a:r>
              <a:rPr lang="en-US" sz="1200" dirty="0"/>
              <a:t>&gt; Create new </a:t>
            </a:r>
            <a:r>
              <a:rPr lang="en-US" sz="1200" dirty="0" err="1"/>
              <a:t>dhcpd.conf</a:t>
            </a:r>
            <a:r>
              <a:rPr lang="en-US" sz="1200" dirty="0"/>
              <a:t> file: </a:t>
            </a:r>
            <a:r>
              <a:rPr lang="en-US" sz="1200" dirty="0" err="1"/>
              <a:t>makedhcp</a:t>
            </a:r>
            <a:r>
              <a:rPr lang="en-US" sz="1200" dirty="0"/>
              <a:t> –n (run this once)</a:t>
            </a:r>
          </a:p>
          <a:p>
            <a:pPr marL="114300" indent="0">
              <a:buNone/>
            </a:pPr>
            <a:r>
              <a:rPr lang="en-US" sz="1200" dirty="0"/>
              <a:t>&gt; Add new node to </a:t>
            </a:r>
            <a:r>
              <a:rPr lang="en-US" sz="1200" dirty="0" err="1"/>
              <a:t>dhcp</a:t>
            </a:r>
            <a:r>
              <a:rPr lang="en-US" sz="1200" dirty="0"/>
              <a:t>: </a:t>
            </a:r>
            <a:r>
              <a:rPr lang="en-US" sz="1200" dirty="0" err="1"/>
              <a:t>makedhcp</a:t>
            </a:r>
            <a:r>
              <a:rPr lang="en-US" sz="1200" dirty="0"/>
              <a:t> –a </a:t>
            </a:r>
            <a:r>
              <a:rPr lang="en-US" sz="1200" dirty="0" err="1"/>
              <a:t>nodename</a:t>
            </a:r>
            <a:endParaRPr lang="en-US" sz="1200" dirty="0"/>
          </a:p>
          <a:p>
            <a:pPr marL="114300" indent="0">
              <a:buNone/>
            </a:pPr>
            <a:endParaRPr lang="en-US" sz="1200" dirty="0"/>
          </a:p>
          <a:p>
            <a:pPr marL="114300" indent="0">
              <a:buNone/>
            </a:pPr>
            <a:r>
              <a:rPr lang="en-US" sz="1200" dirty="0"/>
              <a:t>&gt; Command to query node with DHCP: </a:t>
            </a:r>
            <a:r>
              <a:rPr lang="en-US" sz="1200" dirty="0" err="1"/>
              <a:t>makedhcp</a:t>
            </a:r>
            <a:r>
              <a:rPr lang="en-US" sz="1200" dirty="0"/>
              <a:t> –q g007</a:t>
            </a:r>
          </a:p>
          <a:p>
            <a:pPr marL="114300" indent="0">
              <a:buNone/>
            </a:pPr>
            <a:r>
              <a:rPr lang="en-US" sz="1200" dirty="0"/>
              <a:t>[[hpcslurm01]root@ms1 </a:t>
            </a:r>
            <a:r>
              <a:rPr lang="en-US" sz="1200" dirty="0" err="1"/>
              <a:t>dhcp</a:t>
            </a:r>
            <a:r>
              <a:rPr lang="en-US" sz="1200" dirty="0"/>
              <a:t>]# </a:t>
            </a:r>
            <a:r>
              <a:rPr lang="en-US" sz="1200" dirty="0" err="1"/>
              <a:t>makedhcp</a:t>
            </a:r>
            <a:r>
              <a:rPr lang="en-US" sz="1200" dirty="0"/>
              <a:t> -q g007</a:t>
            </a:r>
          </a:p>
          <a:p>
            <a:pPr marL="114300" indent="0">
              <a:buNone/>
            </a:pPr>
            <a:r>
              <a:rPr lang="en-US" sz="1200" dirty="0"/>
              <a:t>g007: </a:t>
            </a:r>
            <a:r>
              <a:rPr lang="en-US" sz="1200" dirty="0" err="1"/>
              <a:t>ip</a:t>
            </a:r>
            <a:r>
              <a:rPr lang="en-US" sz="1200" dirty="0"/>
              <a:t>-address = 192.168.248.37, hardware-address = f8:bc:12:20:16:00</a:t>
            </a:r>
          </a:p>
          <a:p>
            <a:pPr marL="114300" indent="0">
              <a:buNone/>
            </a:pPr>
            <a:r>
              <a:rPr lang="en-US" sz="1200" dirty="0"/>
              <a:t>    </a:t>
            </a:r>
          </a:p>
          <a:p>
            <a:pPr marL="400050" indent="-285750"/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DNS Service: /var/named</a:t>
            </a:r>
          </a:p>
          <a:p>
            <a:pPr marL="114300" indent="0">
              <a:buNone/>
            </a:pPr>
            <a:r>
              <a:rPr lang="en-US" sz="1200" dirty="0"/>
              <a:t>&gt; Create new DNS for all the nodes: </a:t>
            </a:r>
            <a:r>
              <a:rPr lang="en-US" sz="1200" dirty="0" err="1"/>
              <a:t>makedns</a:t>
            </a:r>
            <a:r>
              <a:rPr lang="en-US" sz="1200" dirty="0"/>
              <a:t> –n (run this once)</a:t>
            </a:r>
          </a:p>
          <a:p>
            <a:pPr marL="114300" indent="0">
              <a:buNone/>
            </a:pPr>
            <a:r>
              <a:rPr lang="en-US" sz="1200" dirty="0"/>
              <a:t>&gt; Add new node to DNS: </a:t>
            </a:r>
            <a:r>
              <a:rPr lang="en-US" sz="1200" dirty="0" err="1"/>
              <a:t>makedns</a:t>
            </a:r>
            <a:r>
              <a:rPr lang="en-US" sz="1200" dirty="0"/>
              <a:t> </a:t>
            </a:r>
            <a:r>
              <a:rPr lang="en-US" sz="1200" dirty="0" err="1"/>
              <a:t>nodename</a:t>
            </a:r>
            <a:endParaRPr lang="en-US" sz="1200" dirty="0"/>
          </a:p>
          <a:p>
            <a:pPr marL="114300" indent="0">
              <a:buNone/>
            </a:pPr>
            <a:r>
              <a:rPr lang="en-US" sz="1200" dirty="0"/>
              <a:t>&gt; Make host file from DNS: </a:t>
            </a:r>
            <a:r>
              <a:rPr lang="en-US" sz="1200" dirty="0" err="1"/>
              <a:t>makehosts</a:t>
            </a:r>
            <a:endParaRPr lang="en-US" sz="1200" dirty="0"/>
          </a:p>
          <a:p>
            <a:pPr marL="114300" indent="0">
              <a:buNone/>
            </a:pPr>
            <a:endParaRPr lang="en-US" sz="1100" dirty="0"/>
          </a:p>
          <a:p>
            <a:pPr marL="114300" indent="0">
              <a:buNone/>
            </a:pPr>
            <a:r>
              <a:rPr lang="en-US" sz="1200" dirty="0"/>
              <a:t>&gt; Check output in /</a:t>
            </a:r>
            <a:r>
              <a:rPr lang="en-US" sz="1200" dirty="0" err="1"/>
              <a:t>etc</a:t>
            </a:r>
            <a:r>
              <a:rPr lang="en-US" sz="1200" dirty="0"/>
              <a:t>/hosts file</a:t>
            </a:r>
          </a:p>
          <a:p>
            <a:pPr marL="114300" indent="0">
              <a:buNone/>
            </a:pPr>
            <a:r>
              <a:rPr lang="en-US" sz="1200" dirty="0"/>
              <a:t>[[hpcslurm01]root@ms1 </a:t>
            </a:r>
            <a:r>
              <a:rPr lang="en-US" sz="1200" dirty="0" err="1"/>
              <a:t>dhcp</a:t>
            </a:r>
            <a:r>
              <a:rPr lang="en-US" sz="1200" dirty="0"/>
              <a:t>]# more /</a:t>
            </a:r>
            <a:r>
              <a:rPr lang="en-US" sz="1200" dirty="0" err="1"/>
              <a:t>etc</a:t>
            </a:r>
            <a:r>
              <a:rPr lang="en-US" sz="1200" dirty="0"/>
              <a:t>/hosts |grep g007</a:t>
            </a:r>
          </a:p>
          <a:p>
            <a:pPr marL="114300" indent="0">
              <a:buNone/>
            </a:pPr>
            <a:r>
              <a:rPr lang="en-US" sz="1200" dirty="0"/>
              <a:t>192.168.254.55 rg007 rg007.roary.net </a:t>
            </a:r>
          </a:p>
          <a:p>
            <a:pPr marL="114300" indent="0">
              <a:buNone/>
            </a:pPr>
            <a:r>
              <a:rPr lang="en-US" sz="1200" dirty="0"/>
              <a:t>192.168.248.37 g007 g007.roary.net</a:t>
            </a:r>
          </a:p>
          <a:p>
            <a:pPr marL="114300" indent="0">
              <a:buNone/>
            </a:pPr>
            <a:r>
              <a:rPr lang="en-US" sz="1200" dirty="0"/>
              <a:t>[[hpcslurm01]root@ms1 </a:t>
            </a:r>
            <a:r>
              <a:rPr lang="en-US" sz="1200" dirty="0" err="1"/>
              <a:t>dhcp</a:t>
            </a:r>
            <a:r>
              <a:rPr lang="en-US" sz="1200" dirty="0"/>
              <a:t>]# more /</a:t>
            </a:r>
            <a:r>
              <a:rPr lang="en-US" sz="1200" dirty="0" err="1"/>
              <a:t>etc</a:t>
            </a:r>
            <a:r>
              <a:rPr lang="en-US" sz="1200" dirty="0"/>
              <a:t>/hosts |grep node07</a:t>
            </a:r>
          </a:p>
          <a:p>
            <a:pPr marL="114300" indent="0">
              <a:buNone/>
            </a:pPr>
            <a:r>
              <a:rPr lang="en-US" sz="1200" dirty="0"/>
              <a:t>192.168.233.37 gpunode07 gpunode07.roary.net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A1DD88-26DE-3D0E-F015-1F44335D5A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5400" y="1981200"/>
            <a:ext cx="3818556" cy="17117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60C127D-04F8-3989-ABFB-A9AB589C57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5400" y="3831155"/>
            <a:ext cx="2895600" cy="2916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9414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3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 fontScale="90000"/>
          </a:bodyPr>
          <a:lstStyle/>
          <a:p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 - Create repository for additional packages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under /install/post/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otherpkgs</a:t>
            </a:r>
            <a:endParaRPr lang="en-US" sz="3600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8B1FB-DF4D-7FBF-E5D9-34E57CE58C29}"/>
              </a:ext>
            </a:extLst>
          </p:cNvPr>
          <p:cNvSpPr txBox="1">
            <a:spLocks/>
          </p:cNvSpPr>
          <p:nvPr/>
        </p:nvSpPr>
        <p:spPr>
          <a:xfrm>
            <a:off x="228600" y="1888372"/>
            <a:ext cx="8686800" cy="43649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285750"/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Any additional packages </a:t>
            </a:r>
            <a:r>
              <a:rPr lang="en-US" sz="1400" b="1" u="sng" dirty="0">
                <a:solidFill>
                  <a:schemeClr val="accent1">
                    <a:lumMod val="75000"/>
                  </a:schemeClr>
                </a:solidFill>
              </a:rPr>
              <a:t>not included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 on the CentOS7 ISO Image can be added under a repository -  </a:t>
            </a:r>
            <a:r>
              <a:rPr lang="en-US" sz="1400" u="sng" dirty="0">
                <a:solidFill>
                  <a:schemeClr val="accent1">
                    <a:lumMod val="75000"/>
                  </a:schemeClr>
                </a:solidFill>
              </a:rPr>
              <a:t>/install/post/</a:t>
            </a:r>
            <a:r>
              <a:rPr lang="en-US" sz="1400" u="sng" dirty="0" err="1">
                <a:solidFill>
                  <a:schemeClr val="accent1">
                    <a:lumMod val="75000"/>
                  </a:schemeClr>
                </a:solidFill>
              </a:rPr>
              <a:t>otherpkgs</a:t>
            </a:r>
            <a:r>
              <a:rPr lang="en-US" sz="1400" u="sng" dirty="0">
                <a:solidFill>
                  <a:schemeClr val="accent1">
                    <a:lumMod val="75000"/>
                  </a:schemeClr>
                </a:solidFill>
              </a:rPr>
              <a:t>/centos7.8/x86_64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 and it can be rebuilt as it gets updated with new RPMs</a:t>
            </a:r>
          </a:p>
          <a:p>
            <a:pPr marL="400050" indent="-285750"/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The list of  additional RPM packages to install is maintained under:</a:t>
            </a:r>
          </a:p>
          <a:p>
            <a:pPr marL="114300" indent="0">
              <a:buNone/>
            </a:pPr>
            <a:r>
              <a:rPr lang="en-US" sz="1400" u="sng" dirty="0">
                <a:solidFill>
                  <a:schemeClr val="accent1">
                    <a:lumMod val="75000"/>
                  </a:schemeClr>
                </a:solidFill>
              </a:rPr>
              <a:t>/install/custom/</a:t>
            </a:r>
            <a:r>
              <a:rPr lang="en-US" sz="1400" u="sng" dirty="0" err="1">
                <a:solidFill>
                  <a:schemeClr val="accent1">
                    <a:lumMod val="75000"/>
                  </a:schemeClr>
                </a:solidFill>
              </a:rPr>
              <a:t>netboot</a:t>
            </a:r>
            <a:r>
              <a:rPr lang="en-US" sz="1400" u="sng" dirty="0">
                <a:solidFill>
                  <a:schemeClr val="accent1">
                    <a:lumMod val="75000"/>
                  </a:schemeClr>
                </a:solidFill>
              </a:rPr>
              <a:t>/centos/panther-pec6220.centos78.x86_64.otherpkgs.pkglist</a:t>
            </a:r>
          </a:p>
          <a:p>
            <a:pPr marL="400050" indent="-285750"/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Copy all the RPMS in /install/post/</a:t>
            </a:r>
            <a:r>
              <a:rPr lang="en-US" sz="1400" dirty="0" err="1">
                <a:solidFill>
                  <a:schemeClr val="accent1">
                    <a:lumMod val="75000"/>
                  </a:schemeClr>
                </a:solidFill>
              </a:rPr>
              <a:t>otherpkgs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/centos7.8/x86_64 </a:t>
            </a:r>
          </a:p>
          <a:p>
            <a:pPr marL="400050" indent="-285750"/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Create initial repository </a:t>
            </a:r>
            <a:r>
              <a:rPr lang="en-US" sz="1400" u="sng" dirty="0">
                <a:solidFill>
                  <a:schemeClr val="accent1">
                    <a:lumMod val="75000"/>
                  </a:schemeClr>
                </a:solidFill>
              </a:rPr>
              <a:t>- run this only once to </a:t>
            </a:r>
            <a:r>
              <a:rPr lang="en-US" sz="1400" u="sng" dirty="0" err="1">
                <a:solidFill>
                  <a:schemeClr val="accent1">
                    <a:lumMod val="75000"/>
                  </a:schemeClr>
                </a:solidFill>
              </a:rPr>
              <a:t>createrepo</a:t>
            </a:r>
            <a:r>
              <a:rPr lang="en-US" sz="1400" u="sng" dirty="0">
                <a:solidFill>
                  <a:schemeClr val="accent1">
                    <a:lumMod val="75000"/>
                  </a:schemeClr>
                </a:solidFill>
              </a:rPr>
              <a:t> the first time</a:t>
            </a:r>
          </a:p>
          <a:p>
            <a:pPr marL="114300" indent="0">
              <a:buNone/>
            </a:pPr>
            <a:r>
              <a:rPr lang="en-US" sz="1200" dirty="0"/>
              <a:t>&gt; </a:t>
            </a:r>
            <a:r>
              <a:rPr lang="en-US" sz="1200" dirty="0" err="1"/>
              <a:t>Createrepo</a:t>
            </a:r>
            <a:r>
              <a:rPr lang="en-US" sz="1200" dirty="0"/>
              <a:t> /install/post/</a:t>
            </a:r>
            <a:r>
              <a:rPr lang="en-US" sz="1200" dirty="0" err="1"/>
              <a:t>otherpkgs</a:t>
            </a:r>
            <a:r>
              <a:rPr lang="en-US" sz="1200" dirty="0"/>
              <a:t>/centos7.8/x86_64/</a:t>
            </a:r>
          </a:p>
          <a:p>
            <a:pPr marL="400050" indent="-285750"/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Update repository </a:t>
            </a:r>
            <a:r>
              <a:rPr lang="en-US" sz="1400" u="sng" dirty="0">
                <a:solidFill>
                  <a:schemeClr val="accent1">
                    <a:lumMod val="75000"/>
                  </a:schemeClr>
                </a:solidFill>
              </a:rPr>
              <a:t>- any additional rpms, use “update” with the </a:t>
            </a:r>
            <a:r>
              <a:rPr lang="en-US" sz="1400" u="sng" dirty="0" err="1">
                <a:solidFill>
                  <a:schemeClr val="accent1">
                    <a:lumMod val="75000"/>
                  </a:schemeClr>
                </a:solidFill>
              </a:rPr>
              <a:t>createrepo</a:t>
            </a:r>
            <a:r>
              <a:rPr lang="en-US" sz="1400" u="sng" dirty="0">
                <a:solidFill>
                  <a:schemeClr val="accent1">
                    <a:lumMod val="75000"/>
                  </a:schemeClr>
                </a:solidFill>
              </a:rPr>
              <a:t> command</a:t>
            </a:r>
          </a:p>
          <a:p>
            <a:pPr marL="114300" indent="0">
              <a:buNone/>
            </a:pPr>
            <a:r>
              <a:rPr lang="en-US" sz="1200" dirty="0"/>
              <a:t>&gt; </a:t>
            </a:r>
            <a:r>
              <a:rPr lang="en-US" sz="1200" dirty="0" err="1"/>
              <a:t>createrepo</a:t>
            </a:r>
            <a:r>
              <a:rPr lang="en-US" sz="1200" dirty="0"/>
              <a:t> --update -v /install/post/</a:t>
            </a:r>
            <a:r>
              <a:rPr lang="en-US" sz="1200" dirty="0" err="1"/>
              <a:t>otherpkgs</a:t>
            </a:r>
            <a:r>
              <a:rPr lang="en-US" sz="1200" dirty="0"/>
              <a:t>/centos7.8/x86_64/</a:t>
            </a:r>
          </a:p>
          <a:p>
            <a:pPr marL="114300" indent="0">
              <a:buNone/>
            </a:pPr>
            <a:r>
              <a:rPr lang="en-US" sz="1200" u="sng" dirty="0"/>
              <a:t>If using comps.xml (for IB Mellanox Driver)</a:t>
            </a:r>
          </a:p>
          <a:p>
            <a:pPr marL="114300" indent="0">
              <a:buNone/>
            </a:pPr>
            <a:r>
              <a:rPr lang="en-US" sz="1200" dirty="0"/>
              <a:t>Rebuild repo: </a:t>
            </a:r>
            <a:r>
              <a:rPr lang="en-US" sz="1200" dirty="0" err="1"/>
              <a:t>createrepo</a:t>
            </a:r>
            <a:r>
              <a:rPr lang="en-US" sz="1200" dirty="0"/>
              <a:t> --update -v -g comps.xml /install/post/</a:t>
            </a:r>
            <a:r>
              <a:rPr lang="en-US" sz="1200" dirty="0" err="1"/>
              <a:t>otherpkgs</a:t>
            </a:r>
            <a:r>
              <a:rPr lang="en-US" sz="1200" dirty="0"/>
              <a:t>/centos7.8/x86_64/</a:t>
            </a:r>
          </a:p>
          <a:p>
            <a:pPr marL="285750" indent="-171450"/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Generate new image with the new additional RPMs and pack Image for diskless install</a:t>
            </a:r>
          </a:p>
          <a:p>
            <a:pPr marL="114300" indent="0">
              <a:buNone/>
            </a:pPr>
            <a:r>
              <a:rPr lang="en-US" sz="1200" dirty="0"/>
              <a:t>&gt; </a:t>
            </a:r>
            <a:r>
              <a:rPr lang="en-US" sz="1200" dirty="0" err="1"/>
              <a:t>genimage</a:t>
            </a:r>
            <a:r>
              <a:rPr lang="en-US" sz="1200" dirty="0"/>
              <a:t> centos7.8-x86_64-netboot-panther-pec6220</a:t>
            </a:r>
          </a:p>
          <a:p>
            <a:pPr marL="114300" indent="0">
              <a:buNone/>
            </a:pPr>
            <a:r>
              <a:rPr lang="en-US" sz="1200" dirty="0"/>
              <a:t>&gt; </a:t>
            </a:r>
            <a:r>
              <a:rPr lang="en-US" sz="1200" dirty="0" err="1"/>
              <a:t>packimage</a:t>
            </a:r>
            <a:r>
              <a:rPr lang="en-US" sz="1200" dirty="0"/>
              <a:t> centos7.8-x86_64-netboot-panther-pec6220</a:t>
            </a: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3BD335-20CB-CEBE-4628-D13300E968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2303" y="5156862"/>
            <a:ext cx="4876799" cy="7867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9E9CCF-468B-00F7-324C-2C834C5D0B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1758" y="6000688"/>
            <a:ext cx="4876799" cy="776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8775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3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/>
          </a:bodyPr>
          <a:lstStyle/>
          <a:p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 Diskless Installation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(</a:t>
            </a:r>
            <a:r>
              <a:rPr lang="en-US" sz="3600" b="0" i="0" dirty="0" err="1">
                <a:solidFill>
                  <a:schemeClr val="accent1">
                    <a:lumMod val="75000"/>
                  </a:schemeClr>
                </a:solidFill>
                <a:effectLst/>
                <a:latin typeface="+mn-lt"/>
              </a:rPr>
              <a:t>RAMdisk</a:t>
            </a:r>
            <a:r>
              <a:rPr lang="en-US" sz="3600" b="0" i="0" dirty="0">
                <a:solidFill>
                  <a:schemeClr val="accent1">
                    <a:lumMod val="75000"/>
                  </a:schemeClr>
                </a:solidFill>
                <a:effectLst/>
                <a:latin typeface="+mn-lt"/>
              </a:rPr>
              <a:t>-based)</a:t>
            </a:r>
            <a:endParaRPr lang="en-US" sz="3600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8B1FB-DF4D-7FBF-E5D9-34E57CE58C29}"/>
              </a:ext>
            </a:extLst>
          </p:cNvPr>
          <p:cNvSpPr txBox="1">
            <a:spLocks/>
          </p:cNvSpPr>
          <p:nvPr/>
        </p:nvSpPr>
        <p:spPr>
          <a:xfrm>
            <a:off x="228600" y="1888372"/>
            <a:ext cx="8686800" cy="43649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285750"/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Create image from ISO file with </a:t>
            </a:r>
            <a:r>
              <a:rPr lang="en-US" sz="1500" dirty="0" err="1">
                <a:solidFill>
                  <a:schemeClr val="accent1">
                    <a:lumMod val="75000"/>
                  </a:schemeClr>
                </a:solidFill>
              </a:rPr>
              <a:t>copycds</a:t>
            </a:r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 command under /install/centos7.8:</a:t>
            </a:r>
          </a:p>
          <a:p>
            <a:pPr marL="114300" indent="0"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&gt; </a:t>
            </a:r>
            <a:r>
              <a:rPr lang="en-US" sz="1400" dirty="0" err="1"/>
              <a:t>copycds</a:t>
            </a:r>
            <a:r>
              <a:rPr lang="en-US" sz="1400" dirty="0"/>
              <a:t> -n centos7.8 -a x86_64 CentOS-7-x86_64-DVD.iso</a:t>
            </a:r>
          </a:p>
          <a:p>
            <a:pPr marL="114300" indent="0">
              <a:buNone/>
            </a:pPr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After executing </a:t>
            </a:r>
            <a:r>
              <a:rPr lang="en-US" sz="1500" dirty="0" err="1">
                <a:solidFill>
                  <a:schemeClr val="accent1">
                    <a:lumMod val="75000"/>
                  </a:schemeClr>
                </a:solidFill>
              </a:rPr>
              <a:t>copycds</a:t>
            </a:r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, these </a:t>
            </a:r>
            <a:r>
              <a:rPr lang="en-US" sz="1500" dirty="0" err="1">
                <a:solidFill>
                  <a:schemeClr val="accent1">
                    <a:lumMod val="75000"/>
                  </a:schemeClr>
                </a:solidFill>
              </a:rPr>
              <a:t>osimage</a:t>
            </a:r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 definitions are created by default:</a:t>
            </a:r>
          </a:p>
          <a:p>
            <a:pPr marL="0" indent="0" algn="l">
              <a:buNone/>
            </a:pPr>
            <a:r>
              <a:rPr lang="en-US" sz="1400" dirty="0"/>
              <a:t>centos7.8-x86_64</a:t>
            </a:r>
            <a:r>
              <a:rPr lang="en-US" sz="1400" i="0" dirty="0">
                <a:effectLst/>
              </a:rPr>
              <a:t>-</a:t>
            </a:r>
            <a:r>
              <a:rPr lang="en-US" sz="1400" b="1" i="0" dirty="0">
                <a:effectLst/>
              </a:rPr>
              <a:t>install</a:t>
            </a:r>
            <a:r>
              <a:rPr lang="en-US" sz="1400" i="0" dirty="0">
                <a:effectLst/>
              </a:rPr>
              <a:t>-compute is the default </a:t>
            </a:r>
            <a:r>
              <a:rPr lang="en-US" sz="1400" i="0" dirty="0" err="1">
                <a:effectLst/>
              </a:rPr>
              <a:t>osimage</a:t>
            </a:r>
            <a:r>
              <a:rPr lang="en-US" sz="1400" i="0" dirty="0">
                <a:effectLst/>
              </a:rPr>
              <a:t> definition used for </a:t>
            </a:r>
            <a:r>
              <a:rPr lang="en-US" sz="1400" i="0" u="sng" dirty="0">
                <a:effectLst/>
              </a:rPr>
              <a:t>diskful installation</a:t>
            </a:r>
          </a:p>
          <a:p>
            <a:pPr marL="0" indent="0" algn="l">
              <a:buNone/>
            </a:pPr>
            <a:r>
              <a:rPr lang="en-US" sz="1400" dirty="0"/>
              <a:t>centos7.8-x86_64</a:t>
            </a:r>
            <a:r>
              <a:rPr lang="en-US" sz="1400" i="0" dirty="0">
                <a:effectLst/>
              </a:rPr>
              <a:t>-</a:t>
            </a:r>
            <a:r>
              <a:rPr lang="en-US" sz="1400" b="1" i="0" dirty="0">
                <a:effectLst/>
              </a:rPr>
              <a:t>netboot</a:t>
            </a:r>
            <a:r>
              <a:rPr lang="en-US" sz="1400" i="0" dirty="0">
                <a:effectLst/>
              </a:rPr>
              <a:t>-compute is the default </a:t>
            </a:r>
            <a:r>
              <a:rPr lang="en-US" sz="1400" i="0" dirty="0" err="1">
                <a:effectLst/>
              </a:rPr>
              <a:t>osimage</a:t>
            </a:r>
            <a:r>
              <a:rPr lang="en-US" sz="1400" i="0" dirty="0">
                <a:effectLst/>
              </a:rPr>
              <a:t> definition used for </a:t>
            </a:r>
            <a:r>
              <a:rPr lang="en-US" sz="1400" i="0" u="sng" dirty="0">
                <a:effectLst/>
              </a:rPr>
              <a:t>diskless installation</a:t>
            </a:r>
          </a:p>
          <a:p>
            <a:pPr marL="400050" indent="-285750"/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Generate Diskless Image under </a:t>
            </a:r>
            <a:r>
              <a:rPr lang="en-US" sz="1500" dirty="0">
                <a:solidFill>
                  <a:schemeClr val="accent1">
                    <a:lumMod val="75000"/>
                  </a:schemeClr>
                </a:solidFill>
                <a:effectLst/>
                <a:ea typeface="Calibri" panose="020F0502020204030204" pitchFamily="34" charset="0"/>
              </a:rPr>
              <a:t>/install/</a:t>
            </a:r>
            <a:r>
              <a:rPr lang="en-US" sz="1500" dirty="0" err="1">
                <a:solidFill>
                  <a:schemeClr val="accent1">
                    <a:lumMod val="75000"/>
                  </a:schemeClr>
                </a:solidFill>
                <a:effectLst/>
                <a:ea typeface="Calibri" panose="020F0502020204030204" pitchFamily="34" charset="0"/>
              </a:rPr>
              <a:t>netboot</a:t>
            </a:r>
            <a:r>
              <a:rPr lang="en-US" sz="1500" dirty="0">
                <a:solidFill>
                  <a:schemeClr val="accent1">
                    <a:lumMod val="75000"/>
                  </a:schemeClr>
                </a:solidFill>
                <a:effectLst/>
                <a:ea typeface="Calibri" panose="020F0502020204030204" pitchFamily="34" charset="0"/>
              </a:rPr>
              <a:t>/centos7.8/x86_64/compute</a:t>
            </a:r>
          </a:p>
          <a:p>
            <a:pPr marL="114300" indent="0">
              <a:buNone/>
            </a:pPr>
            <a:r>
              <a:rPr lang="en-US" sz="1400" dirty="0"/>
              <a:t>&gt; </a:t>
            </a:r>
            <a:r>
              <a:rPr lang="en-US" sz="1400" dirty="0" err="1"/>
              <a:t>genimage</a:t>
            </a:r>
            <a:r>
              <a:rPr lang="en-US" sz="1400" dirty="0"/>
              <a:t> centos7.8-x86_64-netboot-panther-pec6220</a:t>
            </a:r>
          </a:p>
          <a:p>
            <a:pPr marL="114300" indent="0">
              <a:buNone/>
            </a:pPr>
            <a:r>
              <a:rPr lang="en-US" sz="1400" dirty="0"/>
              <a:t>&gt; </a:t>
            </a:r>
            <a:r>
              <a:rPr lang="en-US" sz="1400" dirty="0" err="1"/>
              <a:t>Rootimg</a:t>
            </a:r>
            <a:r>
              <a:rPr lang="en-US" sz="1400" dirty="0"/>
              <a:t> accessible can be modified before packing it with command: chroot </a:t>
            </a:r>
            <a:r>
              <a:rPr lang="en-US" sz="1400" dirty="0" err="1"/>
              <a:t>rootimg</a:t>
            </a:r>
            <a:endParaRPr lang="en-US" sz="1400" dirty="0"/>
          </a:p>
          <a:p>
            <a:pPr marL="400050" indent="-285750"/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Pack Diskless Image from chroot FS</a:t>
            </a:r>
          </a:p>
          <a:p>
            <a:pPr marL="114300" indent="0">
              <a:buNone/>
            </a:pPr>
            <a:r>
              <a:rPr lang="en-US" sz="1200" dirty="0"/>
              <a:t>&gt; </a:t>
            </a:r>
            <a:r>
              <a:rPr lang="en-US" sz="1400" dirty="0" err="1"/>
              <a:t>packimage</a:t>
            </a:r>
            <a:r>
              <a:rPr lang="en-US" sz="1400" dirty="0"/>
              <a:t> centos7.8-x86_64-netboot-panther-pec6220</a:t>
            </a:r>
          </a:p>
          <a:p>
            <a:pPr marL="0" indent="0" algn="l">
              <a:buNone/>
            </a:pPr>
            <a:endParaRPr lang="en-US" sz="900" b="0" i="0" dirty="0">
              <a:solidFill>
                <a:srgbClr val="404040"/>
              </a:solidFill>
              <a:effectLst/>
              <a:latin typeface="Lato" panose="020F0502020204030203" pitchFamily="34" charset="0"/>
            </a:endParaRPr>
          </a:p>
          <a:p>
            <a:pPr marL="514350" lvl="1" indent="0">
              <a:buNone/>
            </a:pP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8C343D-C0EC-0572-8BF3-79C2CC5600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7198" y="4630047"/>
            <a:ext cx="5478202" cy="1989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9742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3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/>
          </a:bodyPr>
          <a:lstStyle/>
          <a:p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Preparing new compute node 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for 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 provisioning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8B1FB-DF4D-7FBF-E5D9-34E57CE58C29}"/>
              </a:ext>
            </a:extLst>
          </p:cNvPr>
          <p:cNvSpPr txBox="1">
            <a:spLocks/>
          </p:cNvSpPr>
          <p:nvPr/>
        </p:nvSpPr>
        <p:spPr>
          <a:xfrm>
            <a:off x="78486" y="1888372"/>
            <a:ext cx="8989314" cy="471280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285750"/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Configure DRAC/ILO on the new node:</a:t>
            </a:r>
          </a:p>
          <a:p>
            <a:pPr marL="514350" lvl="1" indent="0">
              <a:buNone/>
            </a:pPr>
            <a:r>
              <a:rPr lang="en-US" sz="1500" dirty="0"/>
              <a:t>-Assign an IP address from the DRAC/ILO MGMT VLAN 421: 192.168.254.xx</a:t>
            </a:r>
          </a:p>
          <a:p>
            <a:pPr marL="514350" lvl="1" indent="0">
              <a:buNone/>
            </a:pPr>
            <a:r>
              <a:rPr lang="en-US" sz="1500" dirty="0"/>
              <a:t>-Configure DRAC/ILO network interface with this IP and take note of the MAC address</a:t>
            </a:r>
          </a:p>
          <a:p>
            <a:pPr marL="514350" lvl="1" indent="0">
              <a:buNone/>
            </a:pPr>
            <a:r>
              <a:rPr lang="en-US" sz="1500" dirty="0"/>
              <a:t>-Enable IPMI over LAN (as Administrator)</a:t>
            </a:r>
          </a:p>
          <a:p>
            <a:pPr marL="514350" lvl="1" indent="0">
              <a:buNone/>
            </a:pPr>
            <a:r>
              <a:rPr lang="en-US" sz="1500" dirty="0"/>
              <a:t>-Create and enable user as Administrator: “</a:t>
            </a:r>
            <a:r>
              <a:rPr lang="en-US" sz="1500" dirty="0" err="1"/>
              <a:t>adminuser</a:t>
            </a:r>
            <a:r>
              <a:rPr lang="en-US" sz="1500" dirty="0"/>
              <a:t>” and match password defined in </a:t>
            </a:r>
            <a:r>
              <a:rPr lang="en-US" sz="1500" dirty="0" err="1"/>
              <a:t>xCAT</a:t>
            </a:r>
            <a:r>
              <a:rPr lang="en-US" sz="1500" dirty="0"/>
              <a:t> passwd table for the IPMI user</a:t>
            </a:r>
          </a:p>
          <a:p>
            <a:pPr marL="400050" indent="-285750"/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Capture all Network interfaces  to be used and their MAC addresses from DRAC/ILO GUI:</a:t>
            </a:r>
          </a:p>
          <a:p>
            <a:pPr marL="514350" lvl="1" indent="0">
              <a:buNone/>
            </a:pPr>
            <a:r>
              <a:rPr lang="en-US" sz="1500" dirty="0"/>
              <a:t>This includes at least 2 set of MACs in addition to the DRAC interface which will be assigned for:</a:t>
            </a:r>
          </a:p>
          <a:p>
            <a:pPr marL="514350" lvl="1" indent="0">
              <a:buNone/>
            </a:pPr>
            <a:r>
              <a:rPr lang="en-US" sz="1500" dirty="0"/>
              <a:t>-MGMT VLAN 421: 192.168.248.xx</a:t>
            </a:r>
          </a:p>
          <a:p>
            <a:pPr marL="514350" lvl="1" indent="0">
              <a:buNone/>
            </a:pPr>
            <a:r>
              <a:rPr lang="en-US" sz="1500" dirty="0"/>
              <a:t>-Data VLAN 418: 192.168.233.xx</a:t>
            </a:r>
          </a:p>
          <a:p>
            <a:pPr marL="400050" indent="-285750"/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Assign IP addresses for each of this network interfaces</a:t>
            </a:r>
          </a:p>
          <a:p>
            <a:pPr marL="514350" lvl="1" indent="0">
              <a:buNone/>
            </a:pPr>
            <a:r>
              <a:rPr lang="en-US" sz="1500" dirty="0"/>
              <a:t>Assign free IPs for the 3 interfaces in the :</a:t>
            </a:r>
          </a:p>
          <a:p>
            <a:pPr marL="514350" lvl="1" indent="0">
              <a:buNone/>
            </a:pPr>
            <a:r>
              <a:rPr lang="en-US" sz="1500" dirty="0"/>
              <a:t>-DRAC/ILO interface MGMT VLAN 421: 192.168.254.xx</a:t>
            </a:r>
          </a:p>
          <a:p>
            <a:pPr marL="514350" lvl="1" indent="0">
              <a:buNone/>
            </a:pPr>
            <a:r>
              <a:rPr lang="en-US" sz="1500" dirty="0"/>
              <a:t>-MGMT VLAN 421: 192.168.248.xx</a:t>
            </a:r>
          </a:p>
          <a:p>
            <a:pPr marL="514350" lvl="1" indent="0">
              <a:buNone/>
            </a:pPr>
            <a:r>
              <a:rPr lang="en-US" sz="1500" dirty="0"/>
              <a:t>-Data VLAN 418: 192.168.233.xx</a:t>
            </a:r>
          </a:p>
          <a:p>
            <a:pPr marL="514350" lvl="1" indent="0">
              <a:buNone/>
            </a:pPr>
            <a:r>
              <a:rPr lang="en-US" sz="1700" dirty="0"/>
              <a:t>Update information in the Excel sheet (fiu_hpc_detailsv10) on OneDrive</a:t>
            </a:r>
            <a:endParaRPr lang="en-US" sz="1400" dirty="0"/>
          </a:p>
          <a:p>
            <a:pPr marL="400050" indent="-285750"/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Define the new node names with IPs assigned to be added in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 for host and DNS Configuration:</a:t>
            </a:r>
          </a:p>
          <a:p>
            <a:pPr marL="514350" lvl="1" indent="0">
              <a:buNone/>
            </a:pPr>
            <a:r>
              <a:rPr lang="en-US" sz="1500" dirty="0"/>
              <a:t>Follow this naming convention:</a:t>
            </a:r>
          </a:p>
          <a:p>
            <a:pPr marL="514350" lvl="1" indent="0">
              <a:buNone/>
            </a:pPr>
            <a:r>
              <a:rPr lang="en-US" sz="1500" dirty="0"/>
              <a:t>-DRAC/ILO interface used for BMC: </a:t>
            </a:r>
            <a:r>
              <a:rPr lang="en-US" sz="1500" dirty="0" err="1"/>
              <a:t>rxxx</a:t>
            </a:r>
            <a:r>
              <a:rPr lang="en-US" sz="1500" dirty="0"/>
              <a:t> – like r125, rg007, rv001</a:t>
            </a:r>
          </a:p>
          <a:p>
            <a:pPr marL="514350" lvl="1" indent="0">
              <a:buNone/>
            </a:pPr>
            <a:r>
              <a:rPr lang="en-US" sz="1500" dirty="0"/>
              <a:t>-MGMT Interface: </a:t>
            </a:r>
            <a:r>
              <a:rPr lang="en-US" sz="1500" dirty="0" err="1"/>
              <a:t>nxxx</a:t>
            </a:r>
            <a:r>
              <a:rPr lang="en-US" sz="1500" dirty="0"/>
              <a:t> or </a:t>
            </a:r>
            <a:r>
              <a:rPr lang="en-US" sz="1500" dirty="0" err="1"/>
              <a:t>gxxx</a:t>
            </a:r>
            <a:r>
              <a:rPr lang="en-US" sz="1500" dirty="0"/>
              <a:t> or </a:t>
            </a:r>
            <a:r>
              <a:rPr lang="en-US" sz="1500" dirty="0" err="1"/>
              <a:t>vxxx</a:t>
            </a:r>
            <a:r>
              <a:rPr lang="en-US" sz="1500" dirty="0"/>
              <a:t> – like n125, g007, v001</a:t>
            </a:r>
          </a:p>
          <a:p>
            <a:pPr marL="514350" lvl="1" indent="0">
              <a:buNone/>
            </a:pPr>
            <a:r>
              <a:rPr lang="en-US" sz="1500" dirty="0"/>
              <a:t>-Data Interface: </a:t>
            </a:r>
            <a:r>
              <a:rPr lang="en-US" sz="1500" dirty="0" err="1"/>
              <a:t>hpcnodexxx</a:t>
            </a:r>
            <a:r>
              <a:rPr lang="en-US" sz="1500" dirty="0"/>
              <a:t> – like hpcnode125, gpunode07, viznode01 </a:t>
            </a:r>
            <a:endParaRPr lang="en-US" sz="1500" dirty="0">
              <a:solidFill>
                <a:schemeClr val="accent1">
                  <a:lumMod val="75000"/>
                </a:schemeClr>
              </a:solidFill>
            </a:endParaRPr>
          </a:p>
          <a:p>
            <a:pPr marL="514350" lvl="1" indent="0">
              <a:buNone/>
            </a:pPr>
            <a:endParaRPr lang="en-US" sz="1400" dirty="0"/>
          </a:p>
          <a:p>
            <a:pPr marL="0" indent="0" algn="l">
              <a:buNone/>
            </a:pPr>
            <a:endParaRPr lang="en-US" sz="900" b="0" i="0" dirty="0">
              <a:solidFill>
                <a:srgbClr val="404040"/>
              </a:solidFill>
              <a:effectLst/>
              <a:latin typeface="Lato" panose="020F0502020204030203" pitchFamily="34" charset="0"/>
            </a:endParaRPr>
          </a:p>
          <a:p>
            <a:pPr marL="514350" lvl="1" indent="0">
              <a:buNone/>
            </a:pP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99399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3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Autofit/>
          </a:bodyPr>
          <a:lstStyle/>
          <a:p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Adding new compute node/group definitions in 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8B1FB-DF4D-7FBF-E5D9-34E57CE58C29}"/>
              </a:ext>
            </a:extLst>
          </p:cNvPr>
          <p:cNvSpPr txBox="1">
            <a:spLocks/>
          </p:cNvSpPr>
          <p:nvPr/>
        </p:nvSpPr>
        <p:spPr>
          <a:xfrm>
            <a:off x="332631" y="1888372"/>
            <a:ext cx="5319139" cy="4712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285750"/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Add new node to </a:t>
            </a:r>
            <a:r>
              <a:rPr lang="en-US" sz="15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 node/group object definitions:</a:t>
            </a:r>
          </a:p>
          <a:p>
            <a:pPr marL="114300" indent="0">
              <a:buNone/>
            </a:pPr>
            <a:r>
              <a:rPr lang="en-US" sz="1200" dirty="0" err="1"/>
              <a:t>nodeadd</a:t>
            </a:r>
            <a:r>
              <a:rPr lang="en-US" sz="1200" dirty="0"/>
              <a:t> g007 groups=gpu-slurm-centos78,R730</a:t>
            </a:r>
          </a:p>
          <a:p>
            <a:pPr marL="114300" indent="0">
              <a:buNone/>
            </a:pPr>
            <a:r>
              <a:rPr lang="en-US" sz="1200" dirty="0" err="1"/>
              <a:t>nodeadd</a:t>
            </a:r>
            <a:r>
              <a:rPr lang="en-US" sz="1200" dirty="0"/>
              <a:t> gpunode07 groups=</a:t>
            </a:r>
            <a:r>
              <a:rPr lang="en-US" sz="1200" dirty="0" err="1"/>
              <a:t>gpudata</a:t>
            </a:r>
            <a:r>
              <a:rPr lang="en-US" sz="1200" dirty="0"/>
              <a:t> | </a:t>
            </a:r>
            <a:r>
              <a:rPr lang="en-US" sz="1200" dirty="0" err="1"/>
              <a:t>nodeadd</a:t>
            </a:r>
            <a:r>
              <a:rPr lang="en-US" sz="1200" dirty="0"/>
              <a:t> hpcnode125 groups=data | </a:t>
            </a:r>
            <a:r>
              <a:rPr lang="en-US" sz="1200" dirty="0" err="1"/>
              <a:t>nodeadd</a:t>
            </a:r>
            <a:r>
              <a:rPr lang="en-US" sz="1200" dirty="0"/>
              <a:t> viznode01 groups=</a:t>
            </a:r>
            <a:r>
              <a:rPr lang="en-US" sz="1200" dirty="0" err="1"/>
              <a:t>vizdata</a:t>
            </a:r>
            <a:endParaRPr lang="en-US" sz="1200" dirty="0"/>
          </a:p>
          <a:p>
            <a:pPr marL="114300" indent="0">
              <a:buNone/>
            </a:pPr>
            <a:r>
              <a:rPr lang="en-US" sz="1200" dirty="0" err="1"/>
              <a:t>nodeadd</a:t>
            </a:r>
            <a:r>
              <a:rPr lang="en-US" sz="1200" dirty="0"/>
              <a:t> rg007 groups=</a:t>
            </a:r>
            <a:r>
              <a:rPr lang="en-US" sz="1200" dirty="0" err="1"/>
              <a:t>gpumgt</a:t>
            </a:r>
            <a:r>
              <a:rPr lang="en-US" sz="1200" dirty="0"/>
              <a:t> | </a:t>
            </a:r>
            <a:r>
              <a:rPr lang="en-US" sz="1200" dirty="0" err="1"/>
              <a:t>nodeadd</a:t>
            </a:r>
            <a:r>
              <a:rPr lang="en-US" sz="1200" dirty="0"/>
              <a:t> r125 groups=</a:t>
            </a:r>
            <a:r>
              <a:rPr lang="en-US" sz="1200" dirty="0" err="1"/>
              <a:t>mgmt</a:t>
            </a:r>
            <a:r>
              <a:rPr lang="en-US" sz="1200" dirty="0"/>
              <a:t> | </a:t>
            </a:r>
            <a:r>
              <a:rPr lang="en-US" sz="1200" dirty="0" err="1"/>
              <a:t>nodeadd</a:t>
            </a:r>
            <a:r>
              <a:rPr lang="en-US" sz="1200" dirty="0"/>
              <a:t> rv001 groups=</a:t>
            </a:r>
            <a:r>
              <a:rPr lang="en-US" sz="1200" dirty="0" err="1"/>
              <a:t>vizmgmt</a:t>
            </a:r>
            <a:endParaRPr lang="en-US" sz="1200" dirty="0"/>
          </a:p>
          <a:p>
            <a:pPr marL="400050" indent="-285750"/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Add additional node attributes:</a:t>
            </a:r>
          </a:p>
          <a:p>
            <a:pPr marL="114300" indent="0">
              <a:buNone/>
            </a:pPr>
            <a:r>
              <a:rPr lang="en-US" sz="1200" dirty="0" err="1"/>
              <a:t>chdef</a:t>
            </a:r>
            <a:r>
              <a:rPr lang="en-US" sz="1200" dirty="0"/>
              <a:t> –t node g007 mac=F8:BC:12:20:16:00 </a:t>
            </a:r>
            <a:r>
              <a:rPr lang="en-US" sz="1200" dirty="0" err="1"/>
              <a:t>ip</a:t>
            </a:r>
            <a:r>
              <a:rPr lang="en-US" sz="1200" dirty="0"/>
              <a:t>=192.168.248.37</a:t>
            </a:r>
          </a:p>
          <a:p>
            <a:pPr marL="114300" indent="0">
              <a:buNone/>
            </a:pPr>
            <a:r>
              <a:rPr lang="en-US" sz="1200" dirty="0" err="1"/>
              <a:t>chdef</a:t>
            </a:r>
            <a:r>
              <a:rPr lang="en-US" sz="1200" dirty="0"/>
              <a:t> –t node gpunode07 </a:t>
            </a:r>
            <a:r>
              <a:rPr lang="en-US" sz="1200" dirty="0" err="1"/>
              <a:t>ip</a:t>
            </a:r>
            <a:r>
              <a:rPr lang="en-US" sz="1200" dirty="0"/>
              <a:t>=192.168.233.37</a:t>
            </a:r>
          </a:p>
          <a:p>
            <a:pPr marL="114300" indent="0">
              <a:buNone/>
            </a:pPr>
            <a:r>
              <a:rPr lang="en-US" sz="1200" dirty="0" err="1"/>
              <a:t>chdef</a:t>
            </a:r>
            <a:r>
              <a:rPr lang="en-US" sz="1200" dirty="0"/>
              <a:t> –t node rg007 </a:t>
            </a:r>
            <a:r>
              <a:rPr lang="en-US" sz="1200" dirty="0" err="1"/>
              <a:t>ip</a:t>
            </a:r>
            <a:r>
              <a:rPr lang="en-US" sz="1200" dirty="0"/>
              <a:t>=192.168.254.55</a:t>
            </a:r>
          </a:p>
          <a:p>
            <a:pPr marL="114300" indent="0">
              <a:buNone/>
            </a:pPr>
            <a:r>
              <a:rPr lang="en-US" sz="1200" dirty="0" err="1"/>
              <a:t>chdef</a:t>
            </a:r>
            <a:r>
              <a:rPr lang="en-US" sz="1200" dirty="0"/>
              <a:t> -t node g007 </a:t>
            </a:r>
            <a:r>
              <a:rPr lang="en-US" sz="1200" dirty="0" err="1"/>
              <a:t>netboot</a:t>
            </a:r>
            <a:r>
              <a:rPr lang="en-US" sz="1200" dirty="0"/>
              <a:t>=</a:t>
            </a:r>
            <a:r>
              <a:rPr lang="en-US" sz="1200" dirty="0" err="1"/>
              <a:t>pxe</a:t>
            </a:r>
            <a:r>
              <a:rPr lang="en-US" sz="1200" dirty="0"/>
              <a:t> </a:t>
            </a:r>
            <a:r>
              <a:rPr lang="en-US" sz="1200" dirty="0" err="1"/>
              <a:t>installnic</a:t>
            </a:r>
            <a:r>
              <a:rPr lang="en-US" sz="1200" dirty="0"/>
              <a:t>=em3</a:t>
            </a:r>
          </a:p>
          <a:p>
            <a:pPr marL="114300" indent="0">
              <a:buNone/>
            </a:pPr>
            <a:r>
              <a:rPr lang="en-US" sz="1200" dirty="0" err="1"/>
              <a:t>chdef</a:t>
            </a:r>
            <a:r>
              <a:rPr lang="en-US" sz="1200" dirty="0"/>
              <a:t> -t node g007 </a:t>
            </a:r>
            <a:r>
              <a:rPr lang="en-US" sz="1200" dirty="0" err="1"/>
              <a:t>os</a:t>
            </a:r>
            <a:r>
              <a:rPr lang="en-US" sz="1200" dirty="0"/>
              <a:t>=centos7.8 arch=x86_64</a:t>
            </a:r>
          </a:p>
          <a:p>
            <a:pPr marL="114300" indent="0">
              <a:buNone/>
            </a:pPr>
            <a:r>
              <a:rPr lang="en-US" sz="1200" dirty="0" err="1"/>
              <a:t>chdef</a:t>
            </a:r>
            <a:r>
              <a:rPr lang="en-US" sz="1200" dirty="0"/>
              <a:t> -t node g007 </a:t>
            </a:r>
            <a:r>
              <a:rPr lang="en-US" sz="1200" dirty="0" err="1"/>
              <a:t>addkcmdline</a:t>
            </a:r>
            <a:r>
              <a:rPr lang="en-US" sz="1200" dirty="0"/>
              <a:t>=“</a:t>
            </a:r>
            <a:r>
              <a:rPr lang="pt-BR" sz="1200" dirty="0" err="1"/>
              <a:t>ifname</a:t>
            </a:r>
            <a:r>
              <a:rPr lang="pt-BR" sz="1200" dirty="0"/>
              <a:t>=em3:F8:BC:12:20:16:00</a:t>
            </a:r>
            <a:r>
              <a:rPr lang="en-US" sz="1200" dirty="0"/>
              <a:t>”</a:t>
            </a:r>
          </a:p>
          <a:p>
            <a:pPr marL="114300" indent="0">
              <a:buNone/>
            </a:pPr>
            <a:r>
              <a:rPr lang="en-US" sz="1200" dirty="0" err="1"/>
              <a:t>chdef</a:t>
            </a:r>
            <a:r>
              <a:rPr lang="en-US" sz="1200" dirty="0"/>
              <a:t> -t node gpu-slurm-centos78 postscripts=“panther-primary-nic,panther-othernics-centos7,panther-ldap,panther-nouserlogin,panther-resolv-centos7,panther-yumrepo-centos7,panther-rpms-centos7,panther-setuplustre,panther-mlnx-ofed,panther-gpucuda11,panther-slurm-centos7_current”</a:t>
            </a:r>
          </a:p>
          <a:p>
            <a:pPr marL="114300" indent="0">
              <a:buNone/>
            </a:pPr>
            <a:endParaRPr lang="en-US" sz="1200" dirty="0"/>
          </a:p>
          <a:p>
            <a:pPr marL="514350" lvl="1" indent="0">
              <a:buNone/>
            </a:pP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  <a:p>
            <a:pPr marL="514350" lvl="1" indent="0">
              <a:buNone/>
            </a:pPr>
            <a:endParaRPr lang="en-US" sz="1400" dirty="0"/>
          </a:p>
          <a:p>
            <a:pPr marL="0" indent="0" algn="l">
              <a:buNone/>
            </a:pPr>
            <a:endParaRPr lang="en-US" sz="900" b="0" i="0" dirty="0">
              <a:solidFill>
                <a:srgbClr val="404040"/>
              </a:solidFill>
              <a:effectLst/>
              <a:latin typeface="Lato" panose="020F0502020204030203" pitchFamily="34" charset="0"/>
            </a:endParaRPr>
          </a:p>
          <a:p>
            <a:pPr marL="514350" lvl="1" indent="0">
              <a:buNone/>
            </a:pP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6D0D40-7277-0DBE-63AC-16CB9B143A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1770" y="1880751"/>
            <a:ext cx="3339830" cy="225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1423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3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/>
          </a:bodyPr>
          <a:lstStyle/>
          <a:p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Update DHCP &amp; DNS with 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new compute node 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8B1FB-DF4D-7FBF-E5D9-34E57CE58C29}"/>
              </a:ext>
            </a:extLst>
          </p:cNvPr>
          <p:cNvSpPr txBox="1">
            <a:spLocks/>
          </p:cNvSpPr>
          <p:nvPr/>
        </p:nvSpPr>
        <p:spPr>
          <a:xfrm>
            <a:off x="332631" y="1888372"/>
            <a:ext cx="5319139" cy="4712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285750"/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Add new node to </a:t>
            </a:r>
            <a:r>
              <a:rPr lang="en-US" sz="1500" dirty="0" err="1">
                <a:solidFill>
                  <a:schemeClr val="accent1">
                    <a:lumMod val="75000"/>
                  </a:schemeClr>
                </a:solidFill>
              </a:rPr>
              <a:t>dhcp</a:t>
            </a:r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:</a:t>
            </a:r>
          </a:p>
          <a:p>
            <a:pPr marL="114300" indent="0">
              <a:buNone/>
            </a:pPr>
            <a:r>
              <a:rPr lang="en-US" sz="1200" dirty="0" err="1"/>
              <a:t>makedhcp</a:t>
            </a:r>
            <a:r>
              <a:rPr lang="en-US" sz="1200" dirty="0"/>
              <a:t> –a g007 | </a:t>
            </a:r>
            <a:r>
              <a:rPr lang="en-US" sz="1200" dirty="0" err="1"/>
              <a:t>makedhcp</a:t>
            </a:r>
            <a:r>
              <a:rPr lang="en-US" sz="1200" dirty="0"/>
              <a:t> –a rg007 | </a:t>
            </a:r>
            <a:r>
              <a:rPr lang="en-US" sz="1200" dirty="0" err="1"/>
              <a:t>makedhcp</a:t>
            </a:r>
            <a:r>
              <a:rPr lang="en-US" sz="1200" dirty="0"/>
              <a:t> –a gpunode07</a:t>
            </a:r>
          </a:p>
          <a:p>
            <a:pPr marL="114300" indent="0">
              <a:buNone/>
            </a:pPr>
            <a:r>
              <a:rPr lang="en-US" sz="1200" dirty="0" err="1"/>
              <a:t>makedhcp</a:t>
            </a:r>
            <a:r>
              <a:rPr lang="en-US" sz="1200" dirty="0"/>
              <a:t> –a n125 | </a:t>
            </a:r>
            <a:r>
              <a:rPr lang="en-US" sz="1200" dirty="0" err="1"/>
              <a:t>makedhcp</a:t>
            </a:r>
            <a:r>
              <a:rPr lang="en-US" sz="1200" dirty="0"/>
              <a:t> –a hpcnode125 | </a:t>
            </a:r>
            <a:r>
              <a:rPr lang="en-US" sz="1200" dirty="0" err="1"/>
              <a:t>makedhcp</a:t>
            </a:r>
            <a:r>
              <a:rPr lang="en-US" sz="1200" dirty="0"/>
              <a:t> –a r125</a:t>
            </a:r>
          </a:p>
          <a:p>
            <a:pPr marL="114300" indent="0">
              <a:buNone/>
            </a:pPr>
            <a:r>
              <a:rPr lang="en-US" sz="1200" dirty="0"/>
              <a:t>To Query:</a:t>
            </a:r>
          </a:p>
          <a:p>
            <a:pPr marL="114300" indent="0">
              <a:buNone/>
            </a:pPr>
            <a:r>
              <a:rPr lang="en-US" sz="1200" dirty="0" err="1"/>
              <a:t>makedhcp</a:t>
            </a:r>
            <a:r>
              <a:rPr lang="en-US" sz="1200" dirty="0"/>
              <a:t> –q g007</a:t>
            </a:r>
          </a:p>
          <a:p>
            <a:pPr marL="400050" indent="-285750"/>
            <a:endParaRPr lang="en-US" sz="1500" dirty="0">
              <a:solidFill>
                <a:schemeClr val="accent1">
                  <a:lumMod val="75000"/>
                </a:schemeClr>
              </a:solidFill>
            </a:endParaRPr>
          </a:p>
          <a:p>
            <a:pPr marL="400050" indent="-285750"/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Add new node to DNS to update /</a:t>
            </a:r>
            <a:r>
              <a:rPr lang="en-US" sz="1500" dirty="0" err="1">
                <a:solidFill>
                  <a:schemeClr val="accent1">
                    <a:lumMod val="75000"/>
                  </a:schemeClr>
                </a:solidFill>
              </a:rPr>
              <a:t>etc</a:t>
            </a:r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/hosts file:</a:t>
            </a:r>
          </a:p>
          <a:p>
            <a:pPr marL="114300" indent="0">
              <a:buNone/>
            </a:pPr>
            <a:r>
              <a:rPr lang="en-US" sz="1200" dirty="0" err="1"/>
              <a:t>makedns</a:t>
            </a:r>
            <a:r>
              <a:rPr lang="en-US" sz="1200" dirty="0"/>
              <a:t> –a g007</a:t>
            </a:r>
          </a:p>
          <a:p>
            <a:pPr marL="114300" indent="0">
              <a:buNone/>
            </a:pPr>
            <a:r>
              <a:rPr lang="en-US" sz="1200" dirty="0" err="1"/>
              <a:t>makedns</a:t>
            </a:r>
            <a:r>
              <a:rPr lang="en-US" sz="1200" dirty="0"/>
              <a:t> –a rg007</a:t>
            </a:r>
          </a:p>
          <a:p>
            <a:pPr marL="114300" indent="0">
              <a:buNone/>
            </a:pPr>
            <a:r>
              <a:rPr lang="en-US" sz="1200" dirty="0" err="1"/>
              <a:t>makedns</a:t>
            </a:r>
            <a:r>
              <a:rPr lang="en-US" sz="1200" dirty="0"/>
              <a:t> –a gpunode07</a:t>
            </a:r>
          </a:p>
          <a:p>
            <a:pPr marL="114300" indent="0">
              <a:buNone/>
            </a:pPr>
            <a:r>
              <a:rPr lang="en-US" sz="1200" dirty="0" err="1"/>
              <a:t>makehosts</a:t>
            </a: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  <a:p>
            <a:pPr marL="514350" lvl="1" indent="0">
              <a:buNone/>
            </a:pPr>
            <a:endParaRPr lang="en-US" sz="1400" dirty="0"/>
          </a:p>
          <a:p>
            <a:pPr marL="0" indent="0" algn="l">
              <a:buNone/>
            </a:pPr>
            <a:endParaRPr lang="en-US" sz="900" b="0" i="0" dirty="0">
              <a:solidFill>
                <a:srgbClr val="404040"/>
              </a:solidFill>
              <a:effectLst/>
              <a:latin typeface="Lato" panose="020F0502020204030203" pitchFamily="34" charset="0"/>
            </a:endParaRPr>
          </a:p>
          <a:p>
            <a:pPr marL="514350" lvl="1" indent="0">
              <a:buNone/>
            </a:pP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5529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3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/>
          </a:bodyPr>
          <a:lstStyle/>
          <a:p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Set the boot state for the node/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noderange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8B1FB-DF4D-7FBF-E5D9-34E57CE58C29}"/>
              </a:ext>
            </a:extLst>
          </p:cNvPr>
          <p:cNvSpPr txBox="1">
            <a:spLocks/>
          </p:cNvSpPr>
          <p:nvPr/>
        </p:nvSpPr>
        <p:spPr>
          <a:xfrm>
            <a:off x="332631" y="1888372"/>
            <a:ext cx="4239369" cy="4712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285750"/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List current definition command:</a:t>
            </a:r>
          </a:p>
          <a:p>
            <a:pPr marL="114300" indent="0">
              <a:buNone/>
            </a:pPr>
            <a:r>
              <a:rPr lang="en-US" sz="1200" dirty="0" err="1"/>
              <a:t>lsdef</a:t>
            </a:r>
            <a:r>
              <a:rPr lang="en-US" sz="1200" dirty="0"/>
              <a:t> g007</a:t>
            </a:r>
          </a:p>
          <a:p>
            <a:pPr marL="114300" indent="0">
              <a:buNone/>
            </a:pPr>
            <a:endParaRPr lang="en-US" sz="1200" dirty="0"/>
          </a:p>
          <a:p>
            <a:pPr marL="514350" lvl="1" indent="0">
              <a:buNone/>
            </a:pP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  <a:p>
            <a:pPr marL="514350" lvl="1" indent="0">
              <a:buNone/>
            </a:pPr>
            <a:endParaRPr lang="en-US" sz="1400" dirty="0"/>
          </a:p>
          <a:p>
            <a:pPr marL="0" indent="0" algn="l">
              <a:buNone/>
            </a:pPr>
            <a:endParaRPr lang="en-US" sz="900" b="0" i="0" dirty="0">
              <a:solidFill>
                <a:srgbClr val="404040"/>
              </a:solidFill>
              <a:effectLst/>
              <a:latin typeface="Lato" panose="020F0502020204030203" pitchFamily="34" charset="0"/>
            </a:endParaRPr>
          </a:p>
          <a:p>
            <a:pPr marL="514350" lvl="1" indent="0">
              <a:buNone/>
            </a:pP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5230DC-7082-9615-9BFD-537827E5A4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20" y="2438400"/>
            <a:ext cx="4055598" cy="28194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5C76122-95D5-D8F0-7B70-51076B6149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399" y="3819579"/>
            <a:ext cx="4708617" cy="2657421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1268D60-3C51-6DFE-BDE7-6B79F6AE3EFD}"/>
              </a:ext>
            </a:extLst>
          </p:cNvPr>
          <p:cNvSpPr txBox="1">
            <a:spLocks/>
          </p:cNvSpPr>
          <p:nvPr/>
        </p:nvSpPr>
        <p:spPr>
          <a:xfrm>
            <a:off x="4306177" y="1898139"/>
            <a:ext cx="4685424" cy="4712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285750"/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Set the boot state for the node with </a:t>
            </a:r>
            <a:r>
              <a:rPr lang="en-US" sz="1500" dirty="0" err="1">
                <a:solidFill>
                  <a:schemeClr val="accent1">
                    <a:lumMod val="75000"/>
                  </a:schemeClr>
                </a:solidFill>
              </a:rPr>
              <a:t>nodeset</a:t>
            </a:r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 command:</a:t>
            </a:r>
          </a:p>
          <a:p>
            <a:pPr marL="114300" indent="0">
              <a:buNone/>
            </a:pPr>
            <a:r>
              <a:rPr lang="en-US" sz="1200" dirty="0" err="1"/>
              <a:t>nodeset</a:t>
            </a:r>
            <a:r>
              <a:rPr lang="en-US" sz="1200" dirty="0"/>
              <a:t> g007 </a:t>
            </a:r>
            <a:r>
              <a:rPr lang="en-US" sz="1200" dirty="0" err="1"/>
              <a:t>osimage</a:t>
            </a:r>
            <a:r>
              <a:rPr lang="en-US" sz="1200" dirty="0"/>
              <a:t>= centos7.8-x86_64-netboot-panther-pec6220</a:t>
            </a:r>
          </a:p>
          <a:p>
            <a:pPr marL="114300" indent="0">
              <a:buNone/>
            </a:pPr>
            <a:r>
              <a:rPr lang="en-US" sz="1200" dirty="0" err="1"/>
              <a:t>rpower</a:t>
            </a:r>
            <a:r>
              <a:rPr lang="en-US" sz="1200" dirty="0"/>
              <a:t> g007 stat</a:t>
            </a:r>
          </a:p>
          <a:p>
            <a:pPr marL="114300" indent="0">
              <a:buNone/>
            </a:pPr>
            <a:r>
              <a:rPr lang="en-US" sz="1200" dirty="0" err="1"/>
              <a:t>rpower</a:t>
            </a:r>
            <a:r>
              <a:rPr lang="en-US" sz="1200" dirty="0"/>
              <a:t> g007 reset</a:t>
            </a:r>
          </a:p>
          <a:p>
            <a:pPr marL="114300" indent="0">
              <a:buNone/>
            </a:pPr>
            <a:endParaRPr lang="en-US" sz="1200" i="0" u="sng" dirty="0">
              <a:effectLst/>
            </a:endParaRPr>
          </a:p>
          <a:p>
            <a:pPr marL="114300" indent="0">
              <a:buNone/>
            </a:pPr>
            <a:r>
              <a:rPr lang="en-US" sz="1200" i="0" u="sng" dirty="0">
                <a:effectLst/>
              </a:rPr>
              <a:t>Note:</a:t>
            </a:r>
            <a:r>
              <a:rPr lang="en-US" sz="1200" i="0" dirty="0">
                <a:effectLst/>
              </a:rPr>
              <a:t> </a:t>
            </a:r>
          </a:p>
          <a:p>
            <a:pPr marL="114300" indent="0">
              <a:buNone/>
            </a:pPr>
            <a:r>
              <a:rPr lang="en-US" sz="1200" i="0" dirty="0" err="1">
                <a:effectLst/>
              </a:rPr>
              <a:t>nodeset</a:t>
            </a:r>
            <a:r>
              <a:rPr lang="en-US" sz="1200" i="0" dirty="0">
                <a:effectLst/>
              </a:rPr>
              <a:t> for </a:t>
            </a:r>
            <a:r>
              <a:rPr lang="en-US" sz="1200" i="0" dirty="0" err="1">
                <a:effectLst/>
              </a:rPr>
              <a:t>pxe</a:t>
            </a:r>
            <a:r>
              <a:rPr lang="en-US" sz="1200" i="0" dirty="0">
                <a:effectLst/>
              </a:rPr>
              <a:t> makes changes to /</a:t>
            </a:r>
            <a:r>
              <a:rPr lang="en-US" sz="1200" i="0" dirty="0" err="1">
                <a:effectLst/>
              </a:rPr>
              <a:t>tftpboot</a:t>
            </a:r>
            <a:r>
              <a:rPr lang="en-US" sz="1200" i="0" dirty="0">
                <a:effectLst/>
              </a:rPr>
              <a:t>/</a:t>
            </a:r>
            <a:r>
              <a:rPr lang="en-US" sz="1200" i="0" dirty="0" err="1">
                <a:effectLst/>
              </a:rPr>
              <a:t>pxelinux.cfg</a:t>
            </a:r>
            <a:r>
              <a:rPr lang="en-US" sz="1200" i="0" dirty="0">
                <a:effectLst/>
              </a:rPr>
              <a:t>/{node hex </a:t>
            </a:r>
            <a:r>
              <a:rPr lang="en-US" sz="1200" i="0" dirty="0" err="1">
                <a:effectLst/>
              </a:rPr>
              <a:t>ip</a:t>
            </a:r>
            <a:r>
              <a:rPr lang="en-US" sz="1200" i="0" dirty="0">
                <a:effectLst/>
              </a:rPr>
              <a:t>}</a:t>
            </a:r>
          </a:p>
          <a:p>
            <a:pPr marL="114300" indent="0">
              <a:buNone/>
            </a:pPr>
            <a:endParaRPr lang="en-US" sz="1200" dirty="0"/>
          </a:p>
          <a:p>
            <a:pPr marL="114300" indent="0">
              <a:buNone/>
            </a:pPr>
            <a:endParaRPr lang="en-US" sz="1200" dirty="0"/>
          </a:p>
          <a:p>
            <a:pPr marL="514350" lvl="1" indent="0">
              <a:buNone/>
            </a:pP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  <a:p>
            <a:pPr marL="514350" lvl="1" indent="0">
              <a:buNone/>
            </a:pPr>
            <a:endParaRPr lang="en-US" sz="1400" dirty="0"/>
          </a:p>
          <a:p>
            <a:pPr marL="0" indent="0" algn="l">
              <a:buNone/>
            </a:pPr>
            <a:endParaRPr lang="en-US" sz="900" b="0" i="0" dirty="0">
              <a:solidFill>
                <a:srgbClr val="404040"/>
              </a:solidFill>
              <a:effectLst/>
              <a:latin typeface="Lato" panose="020F0502020204030203" pitchFamily="34" charset="0"/>
            </a:endParaRPr>
          </a:p>
          <a:p>
            <a:pPr marL="514350" lvl="1" indent="0">
              <a:buNone/>
            </a:pP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3546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/>
          </a:bodyPr>
          <a:lstStyle/>
          <a:p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 Node Installation Process</a:t>
            </a:r>
            <a:br>
              <a:rPr lang="en-US" sz="400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4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D27D08F-734D-64B4-EB50-62797C9AF7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611" y="1970611"/>
            <a:ext cx="6735115" cy="465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3505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3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 fontScale="90000"/>
          </a:bodyPr>
          <a:lstStyle/>
          <a:p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Parallel Commands from 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 Management node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8B1FB-DF4D-7FBF-E5D9-34E57CE58C29}"/>
              </a:ext>
            </a:extLst>
          </p:cNvPr>
          <p:cNvSpPr txBox="1">
            <a:spLocks/>
          </p:cNvSpPr>
          <p:nvPr/>
        </p:nvSpPr>
        <p:spPr>
          <a:xfrm>
            <a:off x="332631" y="1888372"/>
            <a:ext cx="6449169" cy="4712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285750"/>
            <a:r>
              <a:rPr lang="en-US" sz="15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 provides a set of commands that can run common remote commands</a:t>
            </a:r>
          </a:p>
          <a:p>
            <a:pPr marL="400050" indent="-285750"/>
            <a:endParaRPr lang="en-US" sz="1500" dirty="0">
              <a:solidFill>
                <a:schemeClr val="accent1">
                  <a:lumMod val="75000"/>
                </a:schemeClr>
              </a:solidFill>
            </a:endParaRPr>
          </a:p>
          <a:p>
            <a:pPr marL="400050" indent="-285750"/>
            <a:endParaRPr lang="en-US" sz="1500" dirty="0">
              <a:solidFill>
                <a:schemeClr val="accent1">
                  <a:lumMod val="75000"/>
                </a:schemeClr>
              </a:solidFill>
            </a:endParaRPr>
          </a:p>
          <a:p>
            <a:pPr marL="400050" indent="-285750"/>
            <a:endParaRPr lang="en-US" sz="1500" dirty="0">
              <a:solidFill>
                <a:schemeClr val="accent1">
                  <a:lumMod val="75000"/>
                </a:schemeClr>
              </a:solidFill>
            </a:endParaRPr>
          </a:p>
          <a:p>
            <a:pPr marL="400050" indent="-285750"/>
            <a:endParaRPr lang="en-US" sz="1500" dirty="0">
              <a:solidFill>
                <a:schemeClr val="accent1">
                  <a:lumMod val="75000"/>
                </a:schemeClr>
              </a:solidFill>
            </a:endParaRPr>
          </a:p>
          <a:p>
            <a:pPr marL="400050" indent="-285750"/>
            <a:endParaRPr lang="en-US" sz="1500" dirty="0">
              <a:solidFill>
                <a:schemeClr val="accent1">
                  <a:lumMod val="75000"/>
                </a:schemeClr>
              </a:solidFill>
            </a:endParaRPr>
          </a:p>
          <a:p>
            <a:pPr marL="400050" indent="-285750"/>
            <a:endParaRPr lang="en-US" sz="1500" dirty="0">
              <a:solidFill>
                <a:schemeClr val="accent1">
                  <a:lumMod val="75000"/>
                </a:schemeClr>
              </a:solidFill>
            </a:endParaRPr>
          </a:p>
          <a:p>
            <a:pPr marL="400050" indent="-285750"/>
            <a:endParaRPr lang="en-US" sz="1500" dirty="0">
              <a:solidFill>
                <a:schemeClr val="accent1">
                  <a:lumMod val="75000"/>
                </a:schemeClr>
              </a:solidFill>
            </a:endParaRPr>
          </a:p>
          <a:p>
            <a:pPr marL="400050" indent="-285750"/>
            <a:endParaRPr lang="en-US" sz="1500" dirty="0">
              <a:solidFill>
                <a:schemeClr val="accent1">
                  <a:lumMod val="75000"/>
                </a:schemeClr>
              </a:solidFill>
            </a:endParaRPr>
          </a:p>
          <a:p>
            <a:pPr marL="400050" indent="-285750"/>
            <a:endParaRPr lang="en-US" sz="1500" dirty="0">
              <a:solidFill>
                <a:schemeClr val="accent1">
                  <a:lumMod val="75000"/>
                </a:schemeClr>
              </a:solidFill>
            </a:endParaRPr>
          </a:p>
          <a:p>
            <a:pPr marL="400050" indent="-285750"/>
            <a:endParaRPr lang="en-US" sz="1500" dirty="0">
              <a:solidFill>
                <a:schemeClr val="accent1">
                  <a:lumMod val="75000"/>
                </a:schemeClr>
              </a:solidFill>
            </a:endParaRPr>
          </a:p>
          <a:p>
            <a:pPr marL="400050" indent="-285750"/>
            <a:endParaRPr lang="en-US" sz="1500" dirty="0">
              <a:solidFill>
                <a:schemeClr val="accent1">
                  <a:lumMod val="75000"/>
                </a:schemeClr>
              </a:solidFill>
            </a:endParaRPr>
          </a:p>
          <a:p>
            <a:pPr marL="400050" indent="-285750"/>
            <a:endParaRPr lang="en-US" sz="1500" dirty="0">
              <a:solidFill>
                <a:schemeClr val="accent1">
                  <a:lumMod val="75000"/>
                </a:schemeClr>
              </a:solidFill>
            </a:endParaRPr>
          </a:p>
          <a:p>
            <a:pPr marL="400050" indent="-285750"/>
            <a:r>
              <a:rPr lang="en-US" sz="1500" dirty="0" err="1">
                <a:solidFill>
                  <a:schemeClr val="accent1">
                    <a:lumMod val="75000"/>
                  </a:schemeClr>
                </a:solidFill>
              </a:rPr>
              <a:t>xdsh</a:t>
            </a:r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 - Concurrently runs remote commands on multiple nodes:</a:t>
            </a:r>
          </a:p>
          <a:p>
            <a:pPr marL="114300" indent="0">
              <a:buNone/>
            </a:pPr>
            <a:r>
              <a:rPr lang="en-US" sz="1400" dirty="0" err="1">
                <a:effectLst/>
                <a:ea typeface="Arial" panose="020B0604020202020204" pitchFamily="34" charset="0"/>
              </a:rPr>
              <a:t>xdsh</a:t>
            </a:r>
            <a:r>
              <a:rPr lang="en-US" sz="1400" dirty="0">
                <a:effectLst/>
                <a:ea typeface="Arial" panose="020B0604020202020204" pitchFamily="34" charset="0"/>
              </a:rPr>
              <a:t> n001-n012 </a:t>
            </a:r>
            <a:r>
              <a:rPr lang="en-US" sz="1400" dirty="0" err="1">
                <a:effectLst/>
                <a:ea typeface="Arial" panose="020B0604020202020204" pitchFamily="34" charset="0"/>
              </a:rPr>
              <a:t>umount</a:t>
            </a:r>
            <a:r>
              <a:rPr lang="en-US" sz="1400" dirty="0">
                <a:effectLst/>
                <a:ea typeface="Arial" panose="020B0604020202020204" pitchFamily="34" charset="0"/>
              </a:rPr>
              <a:t> -t </a:t>
            </a:r>
            <a:r>
              <a:rPr lang="en-US" sz="1400" dirty="0" err="1">
                <a:effectLst/>
                <a:ea typeface="Arial" panose="020B0604020202020204" pitchFamily="34" charset="0"/>
              </a:rPr>
              <a:t>lustre</a:t>
            </a:r>
            <a:r>
              <a:rPr lang="en-US" sz="1400" dirty="0">
                <a:effectLst/>
                <a:ea typeface="Arial" panose="020B0604020202020204" pitchFamily="34" charset="0"/>
              </a:rPr>
              <a:t> /home /scratch</a:t>
            </a:r>
          </a:p>
          <a:p>
            <a:pPr marL="114300" indent="0">
              <a:buNone/>
            </a:pPr>
            <a:r>
              <a:rPr lang="en-US" sz="1400" dirty="0" err="1">
                <a:effectLst/>
                <a:ea typeface="Arial" panose="020B0604020202020204" pitchFamily="34" charset="0"/>
              </a:rPr>
              <a:t>xdsh</a:t>
            </a:r>
            <a:r>
              <a:rPr lang="en-US" sz="1400" dirty="0">
                <a:effectLst/>
                <a:ea typeface="Arial" panose="020B0604020202020204" pitchFamily="34" charset="0"/>
              </a:rPr>
              <a:t> n001 “</a:t>
            </a:r>
            <a:r>
              <a:rPr lang="en-US" sz="1400" dirty="0" err="1">
                <a:effectLst/>
                <a:ea typeface="Arial" panose="020B0604020202020204" pitchFamily="34" charset="0"/>
              </a:rPr>
              <a:t>df</a:t>
            </a:r>
            <a:r>
              <a:rPr lang="en-US" sz="1400" dirty="0">
                <a:effectLst/>
                <a:ea typeface="Arial" panose="020B0604020202020204" pitchFamily="34" charset="0"/>
              </a:rPr>
              <a:t> –h”</a:t>
            </a:r>
            <a:endParaRPr lang="en-US" sz="1400" dirty="0">
              <a:solidFill>
                <a:schemeClr val="accent1">
                  <a:lumMod val="75000"/>
                </a:schemeClr>
              </a:solidFill>
            </a:endParaRPr>
          </a:p>
          <a:p>
            <a:pPr marL="514350" lvl="1" indent="0">
              <a:buNone/>
            </a:pPr>
            <a:endParaRPr lang="en-US" sz="1400" dirty="0"/>
          </a:p>
          <a:p>
            <a:pPr marL="0" indent="0" algn="l">
              <a:buNone/>
            </a:pPr>
            <a:endParaRPr lang="en-US" sz="900" b="0" i="0" dirty="0">
              <a:solidFill>
                <a:srgbClr val="404040"/>
              </a:solidFill>
              <a:effectLst/>
              <a:latin typeface="Lato" panose="020F0502020204030203" pitchFamily="34" charset="0"/>
            </a:endParaRPr>
          </a:p>
          <a:p>
            <a:pPr marL="514350" lvl="1" indent="0">
              <a:buNone/>
            </a:pP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7BB640-F14D-9619-C4BC-CD285EF629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631" y="2133600"/>
            <a:ext cx="6725589" cy="335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5709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3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/>
          </a:bodyPr>
          <a:lstStyle/>
          <a:p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 – Backup/Restore 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 DB Tables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A925EB9A-B11F-3441-B7A9-E1A36D1BE5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0412617"/>
              </p:ext>
            </p:extLst>
          </p:nvPr>
        </p:nvGraphicFramePr>
        <p:xfrm>
          <a:off x="485030" y="1948069"/>
          <a:ext cx="8229600" cy="21667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5C224B77-4DF8-8D1D-E650-5312DF80FE46}"/>
              </a:ext>
            </a:extLst>
          </p:cNvPr>
          <p:cNvGrpSpPr/>
          <p:nvPr/>
        </p:nvGrpSpPr>
        <p:grpSpPr>
          <a:xfrm>
            <a:off x="2862945" y="4421045"/>
            <a:ext cx="5806301" cy="1487150"/>
            <a:chOff x="2423298" y="63947"/>
            <a:chExt cx="5806301" cy="1487150"/>
          </a:xfrm>
        </p:grpSpPr>
        <p:sp>
          <p:nvSpPr>
            <p:cNvPr id="14" name="Rectangle: Top Corners Rounded 13">
              <a:extLst>
                <a:ext uri="{FF2B5EF4-FFF2-40B4-BE49-F238E27FC236}">
                  <a16:creationId xmlns:a16="http://schemas.microsoft.com/office/drawing/2014/main" id="{3F87AE09-9298-9AB6-B1C7-16FB0ECC42C0}"/>
                </a:ext>
              </a:extLst>
            </p:cNvPr>
            <p:cNvSpPr/>
            <p:nvPr/>
          </p:nvSpPr>
          <p:spPr>
            <a:xfrm rot="5400000">
              <a:off x="4582874" y="-2095629"/>
              <a:ext cx="1487150" cy="5806301"/>
            </a:xfrm>
            <a:prstGeom prst="round2SameRect">
              <a:avLst/>
            </a:pr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15" name="Rectangle: Top Corners Rounded 4">
              <a:extLst>
                <a:ext uri="{FF2B5EF4-FFF2-40B4-BE49-F238E27FC236}">
                  <a16:creationId xmlns:a16="http://schemas.microsoft.com/office/drawing/2014/main" id="{2F2F4A8D-F0D4-CE1B-05C8-4F5DEA41648F}"/>
                </a:ext>
              </a:extLst>
            </p:cNvPr>
            <p:cNvSpPr txBox="1"/>
            <p:nvPr/>
          </p:nvSpPr>
          <p:spPr>
            <a:xfrm>
              <a:off x="2423299" y="136543"/>
              <a:ext cx="5733704" cy="134195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7650" tIns="123825" rIns="247650" bIns="123825" numCol="1" spcCol="1270" anchor="ctr" anchorCtr="0">
              <a:noAutofit/>
            </a:bodyPr>
            <a:lstStyle/>
            <a:p>
              <a:r>
                <a:rPr lang="en-US" sz="1400" kern="100" dirty="0">
                  <a:solidFill>
                    <a:schemeClr val="accent1">
                      <a:lumMod val="75000"/>
                    </a:schemeClr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-</a:t>
              </a:r>
              <a:r>
                <a:rPr lang="en-US" sz="1400" kern="100" dirty="0" err="1">
                  <a:solidFill>
                    <a:schemeClr val="accent1">
                      <a:lumMod val="75000"/>
                    </a:schemeClr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restorexCATdb</a:t>
              </a:r>
              <a:r>
                <a:rPr lang="en-US" sz="1400" kern="100" dirty="0">
                  <a:solidFill>
                    <a:schemeClr val="accent1">
                      <a:lumMod val="75000"/>
                    </a:schemeClr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: Restore all </a:t>
              </a:r>
              <a:r>
                <a:rPr lang="en-US" sz="1400" kern="100" dirty="0" err="1">
                  <a:solidFill>
                    <a:schemeClr val="accent1">
                      <a:lumMod val="75000"/>
                    </a:schemeClr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xCAT</a:t>
              </a:r>
              <a:r>
                <a:rPr lang="en-US" sz="1400" kern="100" dirty="0">
                  <a:solidFill>
                    <a:schemeClr val="accent1">
                      <a:lumMod val="75000"/>
                    </a:schemeClr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400" kern="100" dirty="0" err="1">
                  <a:solidFill>
                    <a:schemeClr val="accent1">
                      <a:lumMod val="75000"/>
                    </a:schemeClr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db</a:t>
              </a:r>
              <a:r>
                <a:rPr lang="en-US" sz="1400" kern="100" dirty="0">
                  <a:solidFill>
                    <a:schemeClr val="accent1">
                      <a:lumMod val="75000"/>
                    </a:schemeClr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tables from CSV files under specified directory</a:t>
              </a:r>
            </a:p>
            <a:p>
              <a:r>
                <a:rPr lang="en-US" sz="1400" dirty="0">
                  <a:solidFill>
                    <a:schemeClr val="accent1">
                      <a:lumMod val="75000"/>
                    </a:schemeClr>
                  </a:solidFill>
                </a:rPr>
                <a:t>-To restore the </a:t>
              </a:r>
              <a:r>
                <a:rPr lang="en-US" sz="1400" dirty="0" err="1">
                  <a:solidFill>
                    <a:schemeClr val="accent1">
                      <a:lumMod val="75000"/>
                    </a:schemeClr>
                  </a:solidFill>
                </a:rPr>
                <a:t>xCAT</a:t>
              </a:r>
              <a:r>
                <a:rPr lang="en-US" sz="1400" dirty="0">
                  <a:solidFill>
                    <a:schemeClr val="accent1">
                      <a:lumMod val="75000"/>
                    </a:schemeClr>
                  </a:solidFill>
                </a:rPr>
                <a:t> database </a:t>
              </a:r>
              <a:r>
                <a:rPr lang="en-US" sz="1400" u="sng" dirty="0">
                  <a:solidFill>
                    <a:schemeClr val="accent1">
                      <a:lumMod val="75000"/>
                    </a:schemeClr>
                  </a:solidFill>
                </a:rPr>
                <a:t>from backup directory</a:t>
              </a:r>
              <a:r>
                <a:rPr lang="en-US" sz="1400" dirty="0">
                  <a:solidFill>
                    <a:schemeClr val="accent1">
                      <a:lumMod val="75000"/>
                    </a:schemeClr>
                  </a:solidFill>
                </a:rPr>
                <a:t>, including the </a:t>
              </a:r>
              <a:r>
                <a:rPr lang="en-US" sz="1400" dirty="0" err="1">
                  <a:solidFill>
                    <a:schemeClr val="accent1">
                      <a:lumMod val="75000"/>
                    </a:schemeClr>
                  </a:solidFill>
                </a:rPr>
                <a:t>auditlog</a:t>
              </a:r>
              <a:r>
                <a:rPr lang="en-US" sz="1400" dirty="0">
                  <a:solidFill>
                    <a:schemeClr val="accent1">
                      <a:lumMod val="75000"/>
                    </a:schemeClr>
                  </a:solidFill>
                </a:rPr>
                <a:t> and </a:t>
              </a:r>
              <a:r>
                <a:rPr lang="en-US" sz="1400" dirty="0" err="1">
                  <a:solidFill>
                    <a:schemeClr val="accent1">
                      <a:lumMod val="75000"/>
                    </a:schemeClr>
                  </a:solidFill>
                </a:rPr>
                <a:t>eventlog</a:t>
              </a:r>
              <a:r>
                <a:rPr lang="en-US" sz="1400" dirty="0">
                  <a:solidFill>
                    <a:schemeClr val="accent1">
                      <a:lumMod val="75000"/>
                    </a:schemeClr>
                  </a:solidFill>
                </a:rPr>
                <a:t> enter:</a:t>
              </a:r>
            </a:p>
            <a:p>
              <a:r>
                <a:rPr lang="en-US" sz="1400" kern="100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restorexCATdb</a:t>
              </a:r>
              <a:r>
                <a:rPr lang="en-US" sz="1400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-a -p </a:t>
              </a:r>
              <a:r>
                <a:rPr lang="en-US" sz="1400" dirty="0"/>
                <a:t>/home/share/scripts/</a:t>
              </a:r>
              <a:r>
                <a:rPr lang="en-US" sz="1400" dirty="0" err="1"/>
                <a:t>xCAT</a:t>
              </a:r>
              <a:r>
                <a:rPr lang="en-US" sz="1400" dirty="0"/>
                <a:t>/ms1-dump-yy-dd-mm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EF8F791-CA3B-2A92-8CBC-B1D9010B152A}"/>
              </a:ext>
            </a:extLst>
          </p:cNvPr>
          <p:cNvGrpSpPr/>
          <p:nvPr/>
        </p:nvGrpSpPr>
        <p:grpSpPr>
          <a:xfrm>
            <a:off x="474753" y="4385638"/>
            <a:ext cx="2421624" cy="1557962"/>
            <a:chOff x="35106" y="28540"/>
            <a:chExt cx="2421624" cy="1557962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1936BD0E-95A4-C41D-00FD-E9E35F29B626}"/>
                </a:ext>
              </a:extLst>
            </p:cNvPr>
            <p:cNvSpPr/>
            <p:nvPr/>
          </p:nvSpPr>
          <p:spPr>
            <a:xfrm>
              <a:off x="35106" y="28540"/>
              <a:ext cx="2421624" cy="1557962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ctangle: Rounded Corners 6">
              <a:extLst>
                <a:ext uri="{FF2B5EF4-FFF2-40B4-BE49-F238E27FC236}">
                  <a16:creationId xmlns:a16="http://schemas.microsoft.com/office/drawing/2014/main" id="{E2815886-CD6C-F220-70B1-FD1FC04F3181}"/>
                </a:ext>
              </a:extLst>
            </p:cNvPr>
            <p:cNvSpPr txBox="1"/>
            <p:nvPr/>
          </p:nvSpPr>
          <p:spPr>
            <a:xfrm>
              <a:off x="111159" y="104593"/>
              <a:ext cx="2269518" cy="140585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32385" rIns="64770" bIns="32385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700" kern="1200" dirty="0">
                  <a:solidFill>
                    <a:schemeClr val="bg1"/>
                  </a:solidFill>
                </a:rPr>
                <a:t>Restore: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364948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3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/>
          </a:bodyPr>
          <a:lstStyle/>
          <a:p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Cleanup retired Nodes on 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8B1FB-DF4D-7FBF-E5D9-34E57CE58C29}"/>
              </a:ext>
            </a:extLst>
          </p:cNvPr>
          <p:cNvSpPr txBox="1">
            <a:spLocks/>
          </p:cNvSpPr>
          <p:nvPr/>
        </p:nvSpPr>
        <p:spPr>
          <a:xfrm>
            <a:off x="332631" y="1888372"/>
            <a:ext cx="7058769" cy="4712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285750"/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Keep a backups of </a:t>
            </a:r>
            <a:r>
              <a:rPr lang="en-US" sz="15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 DB and DHCP/DNS configuration before removing entries</a:t>
            </a:r>
          </a:p>
          <a:p>
            <a:pPr marL="114300" indent="0">
              <a:buNone/>
            </a:pPr>
            <a:r>
              <a:rPr lang="en-US" sz="1500" dirty="0"/>
              <a:t>&gt; </a:t>
            </a:r>
            <a:r>
              <a:rPr lang="en-US" sz="1500" dirty="0" err="1"/>
              <a:t>dumpxCATdb</a:t>
            </a:r>
            <a:r>
              <a:rPr lang="en-US" sz="1500" dirty="0"/>
              <a:t> -a -p "/home/share/scripts/</a:t>
            </a:r>
            <a:r>
              <a:rPr lang="en-US" sz="1500" dirty="0" err="1"/>
              <a:t>xCAT</a:t>
            </a:r>
            <a:r>
              <a:rPr lang="en-US" sz="1500" dirty="0"/>
              <a:t>/ms1-dump_mmddyy</a:t>
            </a:r>
          </a:p>
          <a:p>
            <a:pPr marL="114300" indent="0">
              <a:buNone/>
            </a:pPr>
            <a:r>
              <a:rPr lang="en-US" sz="1500" dirty="0"/>
              <a:t>&gt; cp –pr /</a:t>
            </a:r>
            <a:r>
              <a:rPr lang="en-US" sz="1500" dirty="0" err="1"/>
              <a:t>etc</a:t>
            </a:r>
            <a:r>
              <a:rPr lang="en-US" sz="1500" dirty="0"/>
              <a:t>/</a:t>
            </a:r>
            <a:r>
              <a:rPr lang="en-US" sz="1500" dirty="0" err="1"/>
              <a:t>dhcp</a:t>
            </a:r>
            <a:r>
              <a:rPr lang="en-US" sz="1500" dirty="0"/>
              <a:t>/</a:t>
            </a:r>
            <a:r>
              <a:rPr lang="en-US" sz="1500" dirty="0" err="1"/>
              <a:t>dhcpd.conf</a:t>
            </a:r>
            <a:r>
              <a:rPr lang="en-US" sz="1500" dirty="0"/>
              <a:t> /</a:t>
            </a:r>
            <a:r>
              <a:rPr lang="en-US" sz="1500" dirty="0" err="1"/>
              <a:t>etc</a:t>
            </a:r>
            <a:r>
              <a:rPr lang="en-US" sz="1500" dirty="0"/>
              <a:t>/</a:t>
            </a:r>
            <a:r>
              <a:rPr lang="en-US" sz="1500" dirty="0" err="1"/>
              <a:t>dhcp</a:t>
            </a:r>
            <a:r>
              <a:rPr lang="en-US" sz="1500" dirty="0"/>
              <a:t>/</a:t>
            </a:r>
            <a:r>
              <a:rPr lang="en-US" sz="1500" dirty="0" err="1"/>
              <a:t>dhcpd.conf_mmddyy</a:t>
            </a:r>
            <a:endParaRPr lang="en-US" sz="1500" dirty="0"/>
          </a:p>
          <a:p>
            <a:pPr marL="114300" indent="0">
              <a:buNone/>
            </a:pPr>
            <a:r>
              <a:rPr lang="en-US" sz="1500" dirty="0"/>
              <a:t>&gt; cp –pr /</a:t>
            </a:r>
            <a:r>
              <a:rPr lang="en-US" sz="1500" dirty="0" err="1"/>
              <a:t>etc</a:t>
            </a:r>
            <a:r>
              <a:rPr lang="en-US" sz="1500" dirty="0"/>
              <a:t>/hosts /</a:t>
            </a:r>
            <a:r>
              <a:rPr lang="en-US" sz="1500" dirty="0" err="1"/>
              <a:t>etc</a:t>
            </a:r>
            <a:r>
              <a:rPr lang="en-US" sz="1500" dirty="0"/>
              <a:t>/</a:t>
            </a:r>
            <a:r>
              <a:rPr lang="en-US" sz="1500" dirty="0" err="1"/>
              <a:t>hosts_mmddyy</a:t>
            </a:r>
            <a:endParaRPr lang="en-US" sz="1500" dirty="0"/>
          </a:p>
          <a:p>
            <a:pPr marL="114300" indent="0">
              <a:buNone/>
            </a:pPr>
            <a:r>
              <a:rPr lang="en-US" sz="1500" dirty="0"/>
              <a:t>&gt; cp –pr /var/lib/</a:t>
            </a:r>
            <a:r>
              <a:rPr lang="en-US" sz="1500" dirty="0" err="1"/>
              <a:t>dhcpd</a:t>
            </a:r>
            <a:r>
              <a:rPr lang="en-US" sz="1500" dirty="0"/>
              <a:t>/</a:t>
            </a:r>
            <a:r>
              <a:rPr lang="en-US" sz="1500" dirty="0" err="1"/>
              <a:t>dhcpd.leases</a:t>
            </a:r>
            <a:r>
              <a:rPr lang="en-US" sz="1500" dirty="0"/>
              <a:t> /var/lib/</a:t>
            </a:r>
            <a:r>
              <a:rPr lang="en-US" sz="1500" dirty="0" err="1"/>
              <a:t>dhcpd</a:t>
            </a:r>
            <a:r>
              <a:rPr lang="en-US" sz="1500" dirty="0"/>
              <a:t>/</a:t>
            </a:r>
            <a:r>
              <a:rPr lang="en-US" sz="1500" dirty="0" err="1"/>
              <a:t>dhcpd.lease_mmddyy</a:t>
            </a:r>
            <a:endParaRPr lang="en-US" sz="1500" dirty="0"/>
          </a:p>
          <a:p>
            <a:pPr marL="400050" indent="-285750"/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Remove nodes from DNS</a:t>
            </a:r>
          </a:p>
          <a:p>
            <a:pPr marL="114300" indent="0">
              <a:buNone/>
            </a:pPr>
            <a:r>
              <a:rPr lang="en-US" sz="1500" dirty="0"/>
              <a:t>&gt; </a:t>
            </a:r>
            <a:r>
              <a:rPr lang="en-US" sz="1500" dirty="0" err="1"/>
              <a:t>makedns</a:t>
            </a:r>
            <a:r>
              <a:rPr lang="en-US" sz="1500" dirty="0"/>
              <a:t> –d </a:t>
            </a:r>
            <a:r>
              <a:rPr lang="en-US" sz="1500" dirty="0" err="1"/>
              <a:t>nodename</a:t>
            </a:r>
            <a:endParaRPr lang="en-US" sz="1500" dirty="0"/>
          </a:p>
          <a:p>
            <a:pPr marL="114300" indent="0">
              <a:buNone/>
            </a:pPr>
            <a:r>
              <a:rPr lang="en-US" sz="1500" dirty="0"/>
              <a:t>&gt; </a:t>
            </a:r>
            <a:r>
              <a:rPr lang="en-US" sz="1500" dirty="0" err="1"/>
              <a:t>makehosts</a:t>
            </a:r>
            <a:r>
              <a:rPr lang="en-US" sz="1500" dirty="0"/>
              <a:t> (to update /</a:t>
            </a:r>
            <a:r>
              <a:rPr lang="en-US" sz="1500" dirty="0" err="1"/>
              <a:t>etc</a:t>
            </a:r>
            <a:r>
              <a:rPr lang="en-US" sz="1500" dirty="0"/>
              <a:t>/hosts file)</a:t>
            </a:r>
          </a:p>
          <a:p>
            <a:pPr marL="114300" indent="0">
              <a:buNone/>
            </a:pPr>
            <a:r>
              <a:rPr lang="en-US" sz="1500" dirty="0"/>
              <a:t>&gt; Restart “named” services if entries not removed from DNS</a:t>
            </a:r>
          </a:p>
          <a:p>
            <a:pPr marL="400050" indent="-285750"/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Remove nodes from DHCP</a:t>
            </a:r>
          </a:p>
          <a:p>
            <a:pPr marL="114300" indent="0">
              <a:buNone/>
            </a:pPr>
            <a:r>
              <a:rPr lang="en-US" sz="1500" dirty="0"/>
              <a:t>&gt; </a:t>
            </a:r>
            <a:r>
              <a:rPr lang="en-US" sz="1500" dirty="0" err="1"/>
              <a:t>makedhcp</a:t>
            </a:r>
            <a:r>
              <a:rPr lang="en-US" sz="1500" dirty="0"/>
              <a:t> –d </a:t>
            </a:r>
            <a:r>
              <a:rPr lang="en-US" sz="1500" dirty="0" err="1"/>
              <a:t>nodename</a:t>
            </a:r>
            <a:endParaRPr lang="en-US" sz="1500" dirty="0"/>
          </a:p>
          <a:p>
            <a:pPr marL="400050" indent="-285750"/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Remove nodes from </a:t>
            </a:r>
            <a:r>
              <a:rPr lang="en-US" sz="15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endParaRPr lang="en-US" sz="1500" dirty="0">
              <a:solidFill>
                <a:schemeClr val="accent1">
                  <a:lumMod val="75000"/>
                </a:schemeClr>
              </a:solidFill>
            </a:endParaRPr>
          </a:p>
          <a:p>
            <a:pPr marL="114300" indent="0">
              <a:buNone/>
            </a:pPr>
            <a:r>
              <a:rPr lang="en-US" sz="1500" dirty="0"/>
              <a:t>&gt; </a:t>
            </a:r>
            <a:r>
              <a:rPr lang="en-US" sz="1500" dirty="0" err="1"/>
              <a:t>rmdef</a:t>
            </a:r>
            <a:r>
              <a:rPr lang="en-US" sz="1500" dirty="0"/>
              <a:t> –t node </a:t>
            </a:r>
            <a:r>
              <a:rPr lang="en-US" sz="1500" dirty="0" err="1"/>
              <a:t>nodename</a:t>
            </a:r>
            <a:endParaRPr lang="en-US" sz="1400" dirty="0"/>
          </a:p>
          <a:p>
            <a:pPr marL="0" indent="0" algn="l">
              <a:buNone/>
            </a:pPr>
            <a:endParaRPr lang="en-US" sz="900" b="0" i="0" dirty="0">
              <a:solidFill>
                <a:srgbClr val="404040"/>
              </a:solidFill>
              <a:effectLst/>
              <a:latin typeface="Lato" panose="020F0502020204030203" pitchFamily="34" charset="0"/>
            </a:endParaRPr>
          </a:p>
          <a:p>
            <a:pPr marL="514350" lvl="1" indent="0">
              <a:buNone/>
            </a:pP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1469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 fontScale="90000"/>
          </a:bodyPr>
          <a:lstStyle/>
          <a:p>
            <a:br>
              <a:rPr lang="en-US" sz="4000" dirty="0">
                <a:solidFill>
                  <a:schemeClr val="accent1">
                    <a:lumMod val="75000"/>
                  </a:schemeClr>
                </a:solidFill>
              </a:rPr>
            </a:br>
            <a:br>
              <a:rPr lang="en-US" sz="40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4000" dirty="0">
                <a:solidFill>
                  <a:schemeClr val="accent1">
                    <a:lumMod val="75000"/>
                  </a:schemeClr>
                </a:solidFill>
              </a:rPr>
              <a:t>Additional Material about </a:t>
            </a:r>
            <a:r>
              <a:rPr lang="en-US" sz="4000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br>
              <a:rPr lang="en-US" sz="400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4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2DAD559-EBC3-13E1-E47E-C7F811FE1F37}"/>
              </a:ext>
            </a:extLst>
          </p:cNvPr>
          <p:cNvSpPr txBox="1">
            <a:spLocks/>
          </p:cNvSpPr>
          <p:nvPr/>
        </p:nvSpPr>
        <p:spPr>
          <a:xfrm>
            <a:off x="429368" y="2149236"/>
            <a:ext cx="8229600" cy="4114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285750"/>
            <a:endParaRPr lang="en-US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528823-E7ED-2236-8EE5-2317150534D8}"/>
              </a:ext>
            </a:extLst>
          </p:cNvPr>
          <p:cNvSpPr txBox="1"/>
          <p:nvPr/>
        </p:nvSpPr>
        <p:spPr>
          <a:xfrm>
            <a:off x="457200" y="2149236"/>
            <a:ext cx="8173936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xCAT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Guide: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https://xcat-docs.readthedocs.io/en/stable/index.html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https://xcat-docs.readthedocs.io/en/latest/guides/admin-guides/basic_concepts/xcat_db/index.html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https://xcat-docs.readthedocs.io/en/latest/guides/admin-guides/basic_concepts/xcat_object/index.html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https://sourceforge.net/p/xcat/wiki/Listing_and_Modifying_the_Database/#node-group-support-in-the-xcat-tables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https://sourceforge.net/p/xcat/wiki/Listing_and_Modifying_the_Database/#database-commands-and-tables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https://xcat-docs.readthedocs.io/en/latest/guides/admin-guides/basic_concepts/xcat_object/node.html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https://xcat-docs.readthedocs.io/en/stable/guides/admin-guides/references/man7/node.7.html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https://xcat-docs.readthedocs.io/en/latest/guides/admin-guides/basic_concepts/xcat_object/group.html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https://xcat-docs.readthedocs.io/en/latest/guides/admin-guides/references/man7/group.7.html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https://xcat-docs.readthedocs.io/en/stable/guides/admin-guides/basic_concepts/xcat_object/osimage.html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https://xcat-docs.readthedocs.io/en/latest/guides/admin-guides/references/man7/osimage.7.html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https://xcat-docs.readthedocs.io/en/stable/guides/admin-guides/references/man8/makedhcp.8.html?highlight=makedhcp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https://xcat-docs.readthedocs.io/en/stable/guides/admin-guides/references/man8/makedns.8.html?highlight=makedns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https://xcat-docs.readthedocs.io/en/stable/guides/admin-guides/manage_clusters/ppc64le/diskless/copy_image.html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https://xcat-docs.readthedocs.io/en/stable/guides/admin-guides/manage_clusters/ppc64le/diskless/gen_image.html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https://xcat-docs.readthedocs.io/en/stable/guides/admin-guides/manage_clusters/ppc64le/diskless/customize_image/postscript_execution.html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https://xcat-docs.readthedocs.io/en/latest/guides/admin-guides/references/man1/genimage.1.html?highlight=genimage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https://xcat-docs.readthedocs.io/en/latest/guides/admin-guides/references/man1/packimage.1.html?highlight=packimage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https://xcat-docs.readthedocs.io/en/latest/guides/admin-guides/references/man8/nodeset.8.html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https://xcat-docs.readthedocs.io/en/latest/guides/admin-guides/references/man1/rpower.1.html?highlight=rpower</a:t>
            </a:r>
          </a:p>
          <a:p>
            <a:pPr algn="l"/>
            <a:r>
              <a:rPr lang="en-US" sz="1000" b="0" i="0" dirty="0">
                <a:solidFill>
                  <a:schemeClr val="accent1">
                    <a:lumMod val="75000"/>
                  </a:schemeClr>
                </a:solidFill>
                <a:effectLst/>
                <a:latin typeface="Roboto" panose="02000000000000000000" pitchFamily="2" charset="0"/>
              </a:rPr>
              <a:t>https://xcat-docs.readthedocs.io/en/stable/guides/admin-guides/references/man1/dumpxCATdb.1.html</a:t>
            </a:r>
          </a:p>
          <a:p>
            <a:pPr algn="l"/>
            <a:r>
              <a:rPr lang="en-US" sz="1000" b="0" i="0" dirty="0">
                <a:solidFill>
                  <a:schemeClr val="accent1">
                    <a:lumMod val="75000"/>
                  </a:schemeClr>
                </a:solidFill>
                <a:effectLst/>
                <a:latin typeface="Roboto" panose="02000000000000000000" pitchFamily="2" charset="0"/>
              </a:rPr>
              <a:t>https://xcat-docs.readthedocs.io/en/stable/guides/admin-guides/references/man1/restorexCATdb.1.html</a:t>
            </a:r>
          </a:p>
          <a:p>
            <a:endParaRPr lang="en-US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94913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/>
          </a:bodyPr>
          <a:lstStyle/>
          <a:p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Questions &amp; Answers</a:t>
            </a:r>
            <a:br>
              <a:rPr lang="en-US" sz="400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4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Blue blocks and networks technology background">
            <a:extLst>
              <a:ext uri="{FF2B5EF4-FFF2-40B4-BE49-F238E27FC236}">
                <a16:creationId xmlns:a16="http://schemas.microsoft.com/office/drawing/2014/main" id="{B565D4C2-2DBF-A5B1-2D73-ED22B6F2B48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263" r="44972" b="1"/>
          <a:stretch/>
        </p:blipFill>
        <p:spPr>
          <a:xfrm>
            <a:off x="429369" y="2002056"/>
            <a:ext cx="2957886" cy="4184060"/>
          </a:xfrm>
          <a:custGeom>
            <a:avLst/>
            <a:gdLst/>
            <a:ahLst/>
            <a:cxnLst/>
            <a:rect l="l" t="t" r="r" b="b"/>
            <a:pathLst>
              <a:path w="3807743" h="6307845">
                <a:moveTo>
                  <a:pt x="723201" y="386"/>
                </a:moveTo>
                <a:cubicBezTo>
                  <a:pt x="853884" y="-4204"/>
                  <a:pt x="1013493" y="33912"/>
                  <a:pt x="1176100" y="22622"/>
                </a:cubicBezTo>
                <a:cubicBezTo>
                  <a:pt x="1230302" y="18859"/>
                  <a:pt x="1281736" y="20622"/>
                  <a:pt x="1331852" y="24473"/>
                </a:cubicBezTo>
                <a:lnTo>
                  <a:pt x="1439547" y="34944"/>
                </a:lnTo>
                <a:lnTo>
                  <a:pt x="1484197" y="36226"/>
                </a:lnTo>
                <a:cubicBezTo>
                  <a:pt x="1535166" y="35421"/>
                  <a:pt x="1586369" y="31625"/>
                  <a:pt x="1636625" y="22622"/>
                </a:cubicBezTo>
                <a:cubicBezTo>
                  <a:pt x="1686882" y="13619"/>
                  <a:pt x="1729837" y="10653"/>
                  <a:pt x="1768740" y="10885"/>
                </a:cubicBezTo>
                <a:lnTo>
                  <a:pt x="1829538" y="15086"/>
                </a:lnTo>
                <a:lnTo>
                  <a:pt x="1869968" y="7996"/>
                </a:lnTo>
                <a:cubicBezTo>
                  <a:pt x="1953577" y="-31"/>
                  <a:pt x="2036989" y="9808"/>
                  <a:pt x="2112925" y="20118"/>
                </a:cubicBezTo>
                <a:lnTo>
                  <a:pt x="2119331" y="20977"/>
                </a:lnTo>
                <a:lnTo>
                  <a:pt x="2221855" y="13374"/>
                </a:lnTo>
                <a:cubicBezTo>
                  <a:pt x="2261207" y="12845"/>
                  <a:pt x="2298379" y="14359"/>
                  <a:pt x="2333484" y="16393"/>
                </a:cubicBezTo>
                <a:lnTo>
                  <a:pt x="2372613" y="18812"/>
                </a:lnTo>
                <a:lnTo>
                  <a:pt x="2404945" y="9387"/>
                </a:lnTo>
                <a:cubicBezTo>
                  <a:pt x="2452532" y="1754"/>
                  <a:pt x="2506192" y="9333"/>
                  <a:pt x="2561622" y="17814"/>
                </a:cubicBezTo>
                <a:lnTo>
                  <a:pt x="2583950" y="20591"/>
                </a:lnTo>
                <a:lnTo>
                  <a:pt x="2643527" y="20319"/>
                </a:lnTo>
                <a:cubicBezTo>
                  <a:pt x="2669677" y="20426"/>
                  <a:pt x="2697963" y="20717"/>
                  <a:pt x="2727392" y="21103"/>
                </a:cubicBezTo>
                <a:lnTo>
                  <a:pt x="2786908" y="21989"/>
                </a:lnTo>
                <a:lnTo>
                  <a:pt x="2846459" y="13267"/>
                </a:lnTo>
                <a:cubicBezTo>
                  <a:pt x="2896401" y="10176"/>
                  <a:pt x="2960607" y="12733"/>
                  <a:pt x="3036361" y="17072"/>
                </a:cubicBezTo>
                <a:lnTo>
                  <a:pt x="3129100" y="22671"/>
                </a:lnTo>
                <a:lnTo>
                  <a:pt x="3130653" y="22622"/>
                </a:lnTo>
                <a:cubicBezTo>
                  <a:pt x="3178874" y="19804"/>
                  <a:pt x="3260845" y="26231"/>
                  <a:pt x="3352422" y="32691"/>
                </a:cubicBezTo>
                <a:lnTo>
                  <a:pt x="3362608" y="33356"/>
                </a:lnTo>
                <a:lnTo>
                  <a:pt x="3446036" y="35579"/>
                </a:lnTo>
                <a:cubicBezTo>
                  <a:pt x="3550323" y="36566"/>
                  <a:pt x="3662083" y="33535"/>
                  <a:pt x="3778601" y="22622"/>
                </a:cubicBezTo>
                <a:cubicBezTo>
                  <a:pt x="3793981" y="243672"/>
                  <a:pt x="3764152" y="318695"/>
                  <a:pt x="3778601" y="467157"/>
                </a:cubicBezTo>
                <a:cubicBezTo>
                  <a:pt x="3790077" y="557563"/>
                  <a:pt x="3783697" y="684218"/>
                  <a:pt x="3777639" y="811856"/>
                </a:cubicBezTo>
                <a:lnTo>
                  <a:pt x="3773760" y="922625"/>
                </a:lnTo>
                <a:lnTo>
                  <a:pt x="3778601" y="974384"/>
                </a:lnTo>
                <a:cubicBezTo>
                  <a:pt x="3785784" y="1003717"/>
                  <a:pt x="3785160" y="1041120"/>
                  <a:pt x="3781239" y="1085904"/>
                </a:cubicBezTo>
                <a:lnTo>
                  <a:pt x="3776107" y="1132519"/>
                </a:lnTo>
                <a:lnTo>
                  <a:pt x="3778601" y="1162456"/>
                </a:lnTo>
                <a:cubicBezTo>
                  <a:pt x="3791360" y="1256797"/>
                  <a:pt x="3774958" y="1367020"/>
                  <a:pt x="3763568" y="1469787"/>
                </a:cubicBezTo>
                <a:lnTo>
                  <a:pt x="3758806" y="1520515"/>
                </a:lnTo>
                <a:lnTo>
                  <a:pt x="3760417" y="1549437"/>
                </a:lnTo>
                <a:cubicBezTo>
                  <a:pt x="3764298" y="1588133"/>
                  <a:pt x="3770171" y="1628243"/>
                  <a:pt x="3778601" y="1669683"/>
                </a:cubicBezTo>
                <a:cubicBezTo>
                  <a:pt x="3846039" y="2001203"/>
                  <a:pt x="3774784" y="2142285"/>
                  <a:pt x="3778601" y="2364982"/>
                </a:cubicBezTo>
                <a:lnTo>
                  <a:pt x="3776565" y="2406088"/>
                </a:lnTo>
                <a:lnTo>
                  <a:pt x="3778601" y="2427673"/>
                </a:lnTo>
                <a:cubicBezTo>
                  <a:pt x="3821357" y="2695960"/>
                  <a:pt x="3735684" y="2699438"/>
                  <a:pt x="3778601" y="2809517"/>
                </a:cubicBezTo>
                <a:cubicBezTo>
                  <a:pt x="3789330" y="2837037"/>
                  <a:pt x="3791666" y="2872927"/>
                  <a:pt x="3789892" y="2914654"/>
                </a:cubicBezTo>
                <a:lnTo>
                  <a:pt x="3784971" y="2966248"/>
                </a:lnTo>
                <a:lnTo>
                  <a:pt x="3796722" y="3024078"/>
                </a:lnTo>
                <a:cubicBezTo>
                  <a:pt x="3809238" y="3115139"/>
                  <a:pt x="3806232" y="3210898"/>
                  <a:pt x="3799338" y="3302850"/>
                </a:cubicBezTo>
                <a:lnTo>
                  <a:pt x="3787405" y="3438354"/>
                </a:lnTo>
                <a:lnTo>
                  <a:pt x="3790719" y="3460532"/>
                </a:lnTo>
                <a:cubicBezTo>
                  <a:pt x="3797323" y="3541872"/>
                  <a:pt x="3789007" y="3624193"/>
                  <a:pt x="3780361" y="3709762"/>
                </a:cubicBezTo>
                <a:lnTo>
                  <a:pt x="3780169" y="3712283"/>
                </a:lnTo>
                <a:lnTo>
                  <a:pt x="3781239" y="3768266"/>
                </a:lnTo>
                <a:cubicBezTo>
                  <a:pt x="3780994" y="3815588"/>
                  <a:pt x="3779902" y="3863939"/>
                  <a:pt x="3778794" y="3912511"/>
                </a:cubicBezTo>
                <a:lnTo>
                  <a:pt x="3776324" y="4054010"/>
                </a:lnTo>
                <a:lnTo>
                  <a:pt x="3778601" y="4074733"/>
                </a:lnTo>
                <a:cubicBezTo>
                  <a:pt x="3822365" y="4336760"/>
                  <a:pt x="3765189" y="4482586"/>
                  <a:pt x="3778601" y="4644650"/>
                </a:cubicBezTo>
                <a:cubicBezTo>
                  <a:pt x="3781954" y="4685166"/>
                  <a:pt x="3782850" y="4718916"/>
                  <a:pt x="3782504" y="4749344"/>
                </a:cubicBezTo>
                <a:lnTo>
                  <a:pt x="3780512" y="4796832"/>
                </a:lnTo>
                <a:lnTo>
                  <a:pt x="3786260" y="4877451"/>
                </a:lnTo>
                <a:cubicBezTo>
                  <a:pt x="3786165" y="4918212"/>
                  <a:pt x="3784020" y="4964155"/>
                  <a:pt x="3781623" y="5015963"/>
                </a:cubicBezTo>
                <a:lnTo>
                  <a:pt x="3779076" y="5087925"/>
                </a:lnTo>
                <a:lnTo>
                  <a:pt x="3779599" y="5155456"/>
                </a:lnTo>
                <a:lnTo>
                  <a:pt x="3775907" y="5219073"/>
                </a:lnTo>
                <a:lnTo>
                  <a:pt x="3778601" y="5402640"/>
                </a:lnTo>
                <a:cubicBezTo>
                  <a:pt x="3780494" y="5441637"/>
                  <a:pt x="3781680" y="5475146"/>
                  <a:pt x="3782335" y="5504141"/>
                </a:cubicBezTo>
                <a:lnTo>
                  <a:pt x="3782798" y="5566951"/>
                </a:lnTo>
                <a:lnTo>
                  <a:pt x="3786885" y="5599303"/>
                </a:lnTo>
                <a:cubicBezTo>
                  <a:pt x="3799534" y="5776838"/>
                  <a:pt x="3769350" y="6111156"/>
                  <a:pt x="3778601" y="6291711"/>
                </a:cubicBezTo>
                <a:cubicBezTo>
                  <a:pt x="3687392" y="6306733"/>
                  <a:pt x="3632350" y="6304889"/>
                  <a:pt x="3574752" y="6300212"/>
                </a:cubicBezTo>
                <a:lnTo>
                  <a:pt x="3545837" y="6297718"/>
                </a:lnTo>
                <a:lnTo>
                  <a:pt x="3527963" y="6296834"/>
                </a:lnTo>
                <a:cubicBezTo>
                  <a:pt x="3482151" y="6294419"/>
                  <a:pt x="3430025" y="6291672"/>
                  <a:pt x="3355561" y="6291711"/>
                </a:cubicBezTo>
                <a:cubicBezTo>
                  <a:pt x="3304843" y="6293555"/>
                  <a:pt x="3262749" y="6292377"/>
                  <a:pt x="3225711" y="6290098"/>
                </a:cubicBezTo>
                <a:lnTo>
                  <a:pt x="3218247" y="6289525"/>
                </a:lnTo>
                <a:lnTo>
                  <a:pt x="3198550" y="6289212"/>
                </a:lnTo>
                <a:cubicBezTo>
                  <a:pt x="3144315" y="6287803"/>
                  <a:pt x="3088976" y="6286105"/>
                  <a:pt x="3034921" y="6284968"/>
                </a:cubicBezTo>
                <a:lnTo>
                  <a:pt x="2973802" y="6284626"/>
                </a:lnTo>
                <a:lnTo>
                  <a:pt x="2932520" y="6291711"/>
                </a:lnTo>
                <a:cubicBezTo>
                  <a:pt x="2893699" y="6300111"/>
                  <a:pt x="2847670" y="6301992"/>
                  <a:pt x="2797581" y="6300669"/>
                </a:cubicBezTo>
                <a:lnTo>
                  <a:pt x="2672392" y="6292599"/>
                </a:lnTo>
                <a:lnTo>
                  <a:pt x="2629726" y="6293120"/>
                </a:lnTo>
                <a:lnTo>
                  <a:pt x="2540544" y="6284698"/>
                </a:lnTo>
                <a:lnTo>
                  <a:pt x="2473475" y="6280786"/>
                </a:lnTo>
                <a:cubicBezTo>
                  <a:pt x="2419724" y="6279900"/>
                  <a:pt x="2368202" y="6282437"/>
                  <a:pt x="2322057" y="6291711"/>
                </a:cubicBezTo>
                <a:cubicBezTo>
                  <a:pt x="2275912" y="6300985"/>
                  <a:pt x="2236301" y="6305003"/>
                  <a:pt x="2199195" y="6305968"/>
                </a:cubicBezTo>
                <a:lnTo>
                  <a:pt x="2094190" y="6302012"/>
                </a:lnTo>
                <a:lnTo>
                  <a:pt x="2029724" y="6307766"/>
                </a:lnTo>
                <a:cubicBezTo>
                  <a:pt x="1971866" y="6308389"/>
                  <a:pt x="1916420" y="6305265"/>
                  <a:pt x="1864312" y="6301339"/>
                </a:cubicBezTo>
                <a:lnTo>
                  <a:pt x="1761307" y="6293375"/>
                </a:lnTo>
                <a:lnTo>
                  <a:pt x="1745972" y="6293782"/>
                </a:lnTo>
                <a:cubicBezTo>
                  <a:pt x="1699734" y="6294177"/>
                  <a:pt x="1664143" y="6292827"/>
                  <a:pt x="1633352" y="6291083"/>
                </a:cubicBezTo>
                <a:lnTo>
                  <a:pt x="1621369" y="6290324"/>
                </a:lnTo>
                <a:lnTo>
                  <a:pt x="1599140" y="6291711"/>
                </a:lnTo>
                <a:cubicBezTo>
                  <a:pt x="1564093" y="6296354"/>
                  <a:pt x="1527169" y="6296254"/>
                  <a:pt x="1488567" y="6294097"/>
                </a:cubicBezTo>
                <a:lnTo>
                  <a:pt x="1429716" y="6289243"/>
                </a:lnTo>
                <a:lnTo>
                  <a:pt x="1401008" y="6291711"/>
                </a:lnTo>
                <a:cubicBezTo>
                  <a:pt x="1314301" y="6301163"/>
                  <a:pt x="1222976" y="6299856"/>
                  <a:pt x="1127367" y="6296839"/>
                </a:cubicBezTo>
                <a:lnTo>
                  <a:pt x="1062601" y="6295730"/>
                </a:lnTo>
                <a:lnTo>
                  <a:pt x="964991" y="6305909"/>
                </a:lnTo>
                <a:cubicBezTo>
                  <a:pt x="833250" y="6307778"/>
                  <a:pt x="714190" y="6280255"/>
                  <a:pt x="603122" y="6291711"/>
                </a:cubicBezTo>
                <a:cubicBezTo>
                  <a:pt x="455032" y="6306986"/>
                  <a:pt x="261206" y="6260346"/>
                  <a:pt x="30143" y="6291711"/>
                </a:cubicBezTo>
                <a:cubicBezTo>
                  <a:pt x="-1198" y="6167281"/>
                  <a:pt x="7291" y="6044138"/>
                  <a:pt x="19371" y="5934598"/>
                </a:cubicBezTo>
                <a:lnTo>
                  <a:pt x="33559" y="5801663"/>
                </a:lnTo>
                <a:lnTo>
                  <a:pt x="30143" y="5784485"/>
                </a:lnTo>
                <a:cubicBezTo>
                  <a:pt x="7257" y="5691455"/>
                  <a:pt x="7506" y="5585492"/>
                  <a:pt x="13352" y="5476692"/>
                </a:cubicBezTo>
                <a:lnTo>
                  <a:pt x="21882" y="5346809"/>
                </a:lnTo>
                <a:lnTo>
                  <a:pt x="22064" y="5339439"/>
                </a:lnTo>
                <a:lnTo>
                  <a:pt x="29601" y="5166357"/>
                </a:lnTo>
                <a:lnTo>
                  <a:pt x="30143" y="5151877"/>
                </a:lnTo>
                <a:cubicBezTo>
                  <a:pt x="30018" y="5125783"/>
                  <a:pt x="30111" y="5102484"/>
                  <a:pt x="30346" y="5081409"/>
                </a:cubicBezTo>
                <a:lnTo>
                  <a:pt x="30433" y="5076663"/>
                </a:lnTo>
                <a:lnTo>
                  <a:pt x="30143" y="4963804"/>
                </a:lnTo>
                <a:cubicBezTo>
                  <a:pt x="27040" y="4910138"/>
                  <a:pt x="27067" y="4856021"/>
                  <a:pt x="28459" y="4800989"/>
                </a:cubicBezTo>
                <a:lnTo>
                  <a:pt x="30399" y="4750796"/>
                </a:lnTo>
                <a:lnTo>
                  <a:pt x="31514" y="4666872"/>
                </a:lnTo>
                <a:lnTo>
                  <a:pt x="34697" y="4639551"/>
                </a:lnTo>
                <a:lnTo>
                  <a:pt x="34963" y="4632686"/>
                </a:lnTo>
                <a:cubicBezTo>
                  <a:pt x="37318" y="4575362"/>
                  <a:pt x="39271" y="4516661"/>
                  <a:pt x="39056" y="4456118"/>
                </a:cubicBezTo>
                <a:lnTo>
                  <a:pt x="36996" y="4412759"/>
                </a:lnTo>
                <a:lnTo>
                  <a:pt x="30143" y="4388188"/>
                </a:lnTo>
                <a:cubicBezTo>
                  <a:pt x="7389" y="4328002"/>
                  <a:pt x="11492" y="4256950"/>
                  <a:pt x="19232" y="4188739"/>
                </a:cubicBezTo>
                <a:lnTo>
                  <a:pt x="23985" y="4147809"/>
                </a:lnTo>
                <a:lnTo>
                  <a:pt x="23690" y="4087290"/>
                </a:lnTo>
                <a:lnTo>
                  <a:pt x="29097" y="3984687"/>
                </a:lnTo>
                <a:lnTo>
                  <a:pt x="28035" y="3962690"/>
                </a:lnTo>
                <a:cubicBezTo>
                  <a:pt x="28525" y="3945828"/>
                  <a:pt x="30052" y="3926691"/>
                  <a:pt x="32148" y="3905387"/>
                </a:cubicBezTo>
                <a:lnTo>
                  <a:pt x="34754" y="3881032"/>
                </a:lnTo>
                <a:lnTo>
                  <a:pt x="39206" y="3802233"/>
                </a:lnTo>
                <a:cubicBezTo>
                  <a:pt x="39778" y="3763353"/>
                  <a:pt x="37619" y="3728800"/>
                  <a:pt x="30143" y="3698588"/>
                </a:cubicBezTo>
                <a:cubicBezTo>
                  <a:pt x="7714" y="3607954"/>
                  <a:pt x="33117" y="3482508"/>
                  <a:pt x="36579" y="3365983"/>
                </a:cubicBezTo>
                <a:lnTo>
                  <a:pt x="36510" y="3356621"/>
                </a:lnTo>
                <a:lnTo>
                  <a:pt x="30143" y="3311044"/>
                </a:lnTo>
                <a:cubicBezTo>
                  <a:pt x="14271" y="3224157"/>
                  <a:pt x="11445" y="3149243"/>
                  <a:pt x="14856" y="3082749"/>
                </a:cubicBezTo>
                <a:lnTo>
                  <a:pt x="22229" y="3005366"/>
                </a:lnTo>
                <a:lnTo>
                  <a:pt x="27244" y="2895198"/>
                </a:lnTo>
                <a:cubicBezTo>
                  <a:pt x="29143" y="2848776"/>
                  <a:pt x="30527" y="2799531"/>
                  <a:pt x="30143" y="2746826"/>
                </a:cubicBezTo>
                <a:lnTo>
                  <a:pt x="36784" y="2638240"/>
                </a:lnTo>
                <a:lnTo>
                  <a:pt x="30143" y="2615745"/>
                </a:lnTo>
                <a:cubicBezTo>
                  <a:pt x="-20952" y="2495890"/>
                  <a:pt x="17898" y="2340273"/>
                  <a:pt x="37923" y="2201958"/>
                </a:cubicBezTo>
                <a:lnTo>
                  <a:pt x="42734" y="2158379"/>
                </a:lnTo>
                <a:lnTo>
                  <a:pt x="30143" y="2114218"/>
                </a:lnTo>
                <a:cubicBezTo>
                  <a:pt x="2269" y="2040950"/>
                  <a:pt x="-2735" y="1972014"/>
                  <a:pt x="1162" y="1906697"/>
                </a:cubicBezTo>
                <a:lnTo>
                  <a:pt x="6289" y="1854885"/>
                </a:lnTo>
                <a:lnTo>
                  <a:pt x="8053" y="1809168"/>
                </a:lnTo>
                <a:cubicBezTo>
                  <a:pt x="9832" y="1790244"/>
                  <a:pt x="12470" y="1771472"/>
                  <a:pt x="15415" y="1752867"/>
                </a:cubicBezTo>
                <a:lnTo>
                  <a:pt x="30925" y="1652561"/>
                </a:lnTo>
                <a:lnTo>
                  <a:pt x="30143" y="1606992"/>
                </a:lnTo>
                <a:cubicBezTo>
                  <a:pt x="28397" y="1588584"/>
                  <a:pt x="27931" y="1568665"/>
                  <a:pt x="28348" y="1547550"/>
                </a:cubicBezTo>
                <a:lnTo>
                  <a:pt x="29206" y="1531212"/>
                </a:lnTo>
                <a:lnTo>
                  <a:pt x="23637" y="1487282"/>
                </a:lnTo>
                <a:cubicBezTo>
                  <a:pt x="16479" y="1367166"/>
                  <a:pt x="59638" y="1246041"/>
                  <a:pt x="30143" y="1156757"/>
                </a:cubicBezTo>
                <a:cubicBezTo>
                  <a:pt x="21716" y="1131248"/>
                  <a:pt x="18318" y="1090735"/>
                  <a:pt x="17757" y="1041370"/>
                </a:cubicBezTo>
                <a:lnTo>
                  <a:pt x="18463" y="985697"/>
                </a:lnTo>
                <a:lnTo>
                  <a:pt x="16239" y="975915"/>
                </a:lnTo>
                <a:cubicBezTo>
                  <a:pt x="13541" y="957312"/>
                  <a:pt x="12597" y="940330"/>
                  <a:pt x="12862" y="924477"/>
                </a:cubicBezTo>
                <a:lnTo>
                  <a:pt x="23640" y="845857"/>
                </a:lnTo>
                <a:lnTo>
                  <a:pt x="30907" y="688163"/>
                </a:lnTo>
                <a:lnTo>
                  <a:pt x="31375" y="662715"/>
                </a:lnTo>
                <a:lnTo>
                  <a:pt x="30143" y="655230"/>
                </a:lnTo>
                <a:cubicBezTo>
                  <a:pt x="20345" y="615334"/>
                  <a:pt x="17924" y="569960"/>
                  <a:pt x="19185" y="520814"/>
                </a:cubicBezTo>
                <a:lnTo>
                  <a:pt x="26662" y="415314"/>
                </a:lnTo>
                <a:lnTo>
                  <a:pt x="25635" y="383217"/>
                </a:lnTo>
                <a:cubicBezTo>
                  <a:pt x="25461" y="243905"/>
                  <a:pt x="35455" y="113017"/>
                  <a:pt x="30143" y="22622"/>
                </a:cubicBezTo>
                <a:cubicBezTo>
                  <a:pt x="90096" y="13526"/>
                  <a:pt x="146841" y="12585"/>
                  <a:pt x="200495" y="15390"/>
                </a:cubicBezTo>
                <a:lnTo>
                  <a:pt x="324102" y="27794"/>
                </a:lnTo>
                <a:lnTo>
                  <a:pt x="329634" y="27979"/>
                </a:lnTo>
                <a:cubicBezTo>
                  <a:pt x="398332" y="30204"/>
                  <a:pt x="468106" y="31425"/>
                  <a:pt x="551798" y="27886"/>
                </a:cubicBezTo>
                <a:lnTo>
                  <a:pt x="592464" y="25476"/>
                </a:lnTo>
                <a:lnTo>
                  <a:pt x="603122" y="22622"/>
                </a:lnTo>
                <a:cubicBezTo>
                  <a:pt x="639294" y="8191"/>
                  <a:pt x="679641" y="1916"/>
                  <a:pt x="723201" y="386"/>
                </a:cubicBezTo>
                <a:close/>
              </a:path>
            </a:pathLst>
          </a:cu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02CEA9F-1CA8-5555-9DE8-58FFAA3D30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2819400"/>
            <a:ext cx="2759633" cy="253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851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dfd2b14-4ddf-46f1-8c40-737b1ef1f87c" xsi:nil="true"/>
    <lcf76f155ced4ddcb4097134ff3c332f xmlns="5a8d5522-e36c-40c2-95b8-699fc33e72dc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C5A6AB1BCCA50439688E4381039B3CD" ma:contentTypeVersion="18" ma:contentTypeDescription="Create a new document." ma:contentTypeScope="" ma:versionID="f86e124cf6426f05885769aabeffc8b1">
  <xsd:schema xmlns:xsd="http://www.w3.org/2001/XMLSchema" xmlns:xs="http://www.w3.org/2001/XMLSchema" xmlns:p="http://schemas.microsoft.com/office/2006/metadata/properties" xmlns:ns2="5a8d5522-e36c-40c2-95b8-699fc33e72dc" xmlns:ns3="cdfd2b14-4ddf-46f1-8c40-737b1ef1f87c" targetNamespace="http://schemas.microsoft.com/office/2006/metadata/properties" ma:root="true" ma:fieldsID="c7b1750ecfaf95735369798aa437edd2" ns2:_="" ns3:_="">
    <xsd:import namespace="5a8d5522-e36c-40c2-95b8-699fc33e72dc"/>
    <xsd:import namespace="cdfd2b14-4ddf-46f1-8c40-737b1ef1f87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8d5522-e36c-40c2-95b8-699fc33e72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391af29b-e898-46cd-ad54-75745d14b33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fd2b14-4ddf-46f1-8c40-737b1ef1f87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d84f3f31-2764-4fc5-814d-5f6d4ee1b9c5}" ma:internalName="TaxCatchAll" ma:showField="CatchAllData" ma:web="cdfd2b14-4ddf-46f1-8c40-737b1ef1f87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2AB2E3A-6F9C-480D-958A-FB305FA00CA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E3E1F36-3464-45D0-8CB8-52A9CA74E340}">
  <ds:schemaRefs>
    <ds:schemaRef ds:uri="http://schemas.microsoft.com/office/2006/metadata/properties"/>
    <ds:schemaRef ds:uri="http://schemas.microsoft.com/office/infopath/2007/PartnerControls"/>
    <ds:schemaRef ds:uri="cdfd2b14-4ddf-46f1-8c40-737b1ef1f87c"/>
    <ds:schemaRef ds:uri="5a8d5522-e36c-40c2-95b8-699fc33e72dc"/>
  </ds:schemaRefs>
</ds:datastoreItem>
</file>

<file path=customXml/itemProps3.xml><?xml version="1.0" encoding="utf-8"?>
<ds:datastoreItem xmlns:ds="http://schemas.openxmlformats.org/officeDocument/2006/customXml" ds:itemID="{286396B1-FDC0-420C-BB6F-3D567B4600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a8d5522-e36c-40c2-95b8-699fc33e72dc"/>
    <ds:schemaRef ds:uri="cdfd2b14-4ddf-46f1-8c40-737b1ef1f87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7339</TotalTime>
  <Words>5019</Words>
  <Application>Microsoft Office PowerPoint</Application>
  <PresentationFormat>On-screen Show (4:3)</PresentationFormat>
  <Paragraphs>524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Aptos</vt:lpstr>
      <vt:lpstr>Arial</vt:lpstr>
      <vt:lpstr>Calibri</vt:lpstr>
      <vt:lpstr>Courier New</vt:lpstr>
      <vt:lpstr>Lato</vt:lpstr>
      <vt:lpstr>Roboto</vt:lpstr>
      <vt:lpstr>Office Theme</vt:lpstr>
      <vt:lpstr>PowerPoint Presentation</vt:lpstr>
      <vt:lpstr>HPC Management Nodes </vt:lpstr>
      <vt:lpstr>Role of xCAT </vt:lpstr>
      <vt:lpstr>xCAT Installation </vt:lpstr>
      <vt:lpstr>xCAT Installation </vt:lpstr>
      <vt:lpstr>xCAT stop/start scripts </vt:lpstr>
      <vt:lpstr>xCAT Configuration </vt:lpstr>
      <vt:lpstr>xCAT Architecture </vt:lpstr>
      <vt:lpstr>xCAT – Basic Concepts </vt:lpstr>
      <vt:lpstr>xCAT – Manipulate DB Tables/Objects </vt:lpstr>
      <vt:lpstr>xCAT - Global Configuration </vt:lpstr>
      <vt:lpstr>xCAT - Global Configuration </vt:lpstr>
      <vt:lpstr>xCAT – Objects Definitions </vt:lpstr>
      <vt:lpstr>xCAT – Node Objects </vt:lpstr>
      <vt:lpstr>xCAT – Node Objects </vt:lpstr>
      <vt:lpstr>xCAT – Groups Objects </vt:lpstr>
      <vt:lpstr>xCAT – OSimage Objects </vt:lpstr>
      <vt:lpstr>xCAT – OSimage Objects </vt:lpstr>
      <vt:lpstr>xCAT – DHCP &amp; DNS Configuration </vt:lpstr>
      <vt:lpstr>xCAT - Create repository for additional packages under /install/post/otherpkgs</vt:lpstr>
      <vt:lpstr>xCAT Diskless Installation (RAMdisk-based)</vt:lpstr>
      <vt:lpstr>Preparing new compute node  for xCAT provisioning</vt:lpstr>
      <vt:lpstr>Adding new compute node/group definitions in xCAT</vt:lpstr>
      <vt:lpstr>Update DHCP &amp; DNS with  new compute node </vt:lpstr>
      <vt:lpstr>Set the boot state for the node/noderange </vt:lpstr>
      <vt:lpstr>xCAT Node Installation Process </vt:lpstr>
      <vt:lpstr>Parallel Commands from  xCAT Management node </vt:lpstr>
      <vt:lpstr>xCAT – Backup/Restore xCAT DB Tables </vt:lpstr>
      <vt:lpstr>Cleanup retired Nodes on xCAT </vt:lpstr>
      <vt:lpstr>  Additional Material about xCAT </vt:lpstr>
      <vt:lpstr>Questions &amp; Answers 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sbaylard</dc:creator>
  <cp:lastModifiedBy>Student</cp:lastModifiedBy>
  <cp:revision>434</cp:revision>
  <cp:lastPrinted>2023-07-19T16:00:54Z</cp:lastPrinted>
  <dcterms:created xsi:type="dcterms:W3CDTF">2013-11-25T14:55:33Z</dcterms:created>
  <dcterms:modified xsi:type="dcterms:W3CDTF">2026-06-02T15:31:20Z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0x010100FC5A6AB1BCCA50439688E4381039B3CD</vt:lpwstr>
  </property>
  <property fmtid="{D5CDD505-2E9C-101B-9397-08002B2CF9AE}" pid="3" name="MediaServiceImageTags">
    <vt:lpwstr/>
  </property>
  <property fmtid="{D5CDD505-2E9C-101B-9397-08002B2CF9AE}" pid="4" name="MSIP_Label_055b6ed3-49d9-4c8b-b721-6e88a1f26c44_Enabled">
    <vt:lpwstr>true</vt:lpwstr>
  </property>
  <property fmtid="{D5CDD505-2E9C-101B-9397-08002B2CF9AE}" pid="5" name="MSIP_Label_055b6ed3-49d9-4c8b-b721-6e88a1f26c44_SetDate">
    <vt:lpwstr>2026-06-01T18:33:04Z</vt:lpwstr>
  </property>
  <property fmtid="{D5CDD505-2E9C-101B-9397-08002B2CF9AE}" pid="6" name="MSIP_Label_055b6ed3-49d9-4c8b-b721-6e88a1f26c44_Method">
    <vt:lpwstr>Standard</vt:lpwstr>
  </property>
  <property fmtid="{D5CDD505-2E9C-101B-9397-08002B2CF9AE}" pid="7" name="MSIP_Label_055b6ed3-49d9-4c8b-b721-6e88a1f26c44_Name">
    <vt:lpwstr>Internal or Private Data</vt:lpwstr>
  </property>
  <property fmtid="{D5CDD505-2E9C-101B-9397-08002B2CF9AE}" pid="8" name="MSIP_Label_055b6ed3-49d9-4c8b-b721-6e88a1f26c44_SiteId">
    <vt:lpwstr>ac79e5a8-e0e4-434b-a292-2c89b5c28366</vt:lpwstr>
  </property>
  <property fmtid="{D5CDD505-2E9C-101B-9397-08002B2CF9AE}" pid="9" name="MSIP_Label_055b6ed3-49d9-4c8b-b721-6e88a1f26c44_ActionId">
    <vt:lpwstr>5ef2d83e-bf44-4453-9f96-e449ad0cef45</vt:lpwstr>
  </property>
  <property fmtid="{D5CDD505-2E9C-101B-9397-08002B2CF9AE}" pid="10" name="MSIP_Label_055b6ed3-49d9-4c8b-b721-6e88a1f26c44_ContentBits">
    <vt:lpwstr>2</vt:lpwstr>
  </property>
  <property fmtid="{D5CDD505-2E9C-101B-9397-08002B2CF9AE}" pid="11" name="MSIP_Label_055b6ed3-49d9-4c8b-b721-6e88a1f26c44_Tag">
    <vt:lpwstr>10, 3, 0, 2</vt:lpwstr>
  </property>
  <property fmtid="{D5CDD505-2E9C-101B-9397-08002B2CF9AE}" pid="12" name="ClassificationContentMarkingFooterLocations">
    <vt:lpwstr>Office Theme:8</vt:lpwstr>
  </property>
  <property fmtid="{D5CDD505-2E9C-101B-9397-08002B2CF9AE}" pid="13" name="ClassificationContentMarkingFooterText">
    <vt:lpwstr>FIU - Internal Data</vt:lpwstr>
  </property>
</Properties>
</file>